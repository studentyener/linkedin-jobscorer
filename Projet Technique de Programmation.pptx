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63" r:id="rId3"/>
    <p:sldId id="262" r:id="rId4"/>
    <p:sldId id="261" r:id="rId5"/>
    <p:sldId id="264" r:id="rId6"/>
    <p:sldId id="266" r:id="rId7"/>
    <p:sldId id="267" r:id="rId8"/>
    <p:sldId id="268" r:id="rId9"/>
    <p:sldId id="269" r:id="rId10"/>
    <p:sldId id="273" r:id="rId11"/>
    <p:sldId id="270" r:id="rId12"/>
    <p:sldId id="275" r:id="rId13"/>
    <p:sldId id="276" r:id="rId14"/>
    <p:sldId id="277" r:id="rId15"/>
    <p:sldId id="278" r:id="rId16"/>
    <p:sldId id="265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E05AE-62A8-4AA0-80C5-AE9DB8AA01E8}" v="66" dt="2026-01-12T17:52:59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ene Ait-Amrouche" userId="6b7a17ac00842fbb" providerId="LiveId" clId="{C22E05AE-62A8-4AA0-80C5-AE9DB8AA01E8}"/>
    <pc:docChg chg="undo custSel mod addSld delSld modSld sldOrd">
      <pc:chgData name="Sofiene Ait-Amrouche" userId="6b7a17ac00842fbb" providerId="LiveId" clId="{C22E05AE-62A8-4AA0-80C5-AE9DB8AA01E8}" dt="2026-01-12T18:24:22.796" v="1720" actId="20577"/>
      <pc:docMkLst>
        <pc:docMk/>
      </pc:docMkLst>
      <pc:sldChg chg="del">
        <pc:chgData name="Sofiene Ait-Amrouche" userId="6b7a17ac00842fbb" providerId="LiveId" clId="{C22E05AE-62A8-4AA0-80C5-AE9DB8AA01E8}" dt="2026-01-12T17:54:33.433" v="1541" actId="47"/>
        <pc:sldMkLst>
          <pc:docMk/>
          <pc:sldMk cId="1524278487" sldId="256"/>
        </pc:sldMkLst>
      </pc:sldChg>
      <pc:sldChg chg="modSp del mod">
        <pc:chgData name="Sofiene Ait-Amrouche" userId="6b7a17ac00842fbb" providerId="LiveId" clId="{C22E05AE-62A8-4AA0-80C5-AE9DB8AA01E8}" dt="2026-01-12T16:38:23.858" v="144" actId="47"/>
        <pc:sldMkLst>
          <pc:docMk/>
          <pc:sldMk cId="1090048470" sldId="257"/>
        </pc:sldMkLst>
        <pc:spChg chg="mod">
          <ac:chgData name="Sofiene Ait-Amrouche" userId="6b7a17ac00842fbb" providerId="LiveId" clId="{C22E05AE-62A8-4AA0-80C5-AE9DB8AA01E8}" dt="2026-01-12T16:12:59.077" v="5" actId="20577"/>
          <ac:spMkLst>
            <pc:docMk/>
            <pc:sldMk cId="1090048470" sldId="257"/>
            <ac:spMk id="7" creationId="{51411B64-D117-451A-BE3F-1D02ABEC9799}"/>
          </ac:spMkLst>
        </pc:spChg>
      </pc:sldChg>
      <pc:sldChg chg="del">
        <pc:chgData name="Sofiene Ait-Amrouche" userId="6b7a17ac00842fbb" providerId="LiveId" clId="{C22E05AE-62A8-4AA0-80C5-AE9DB8AA01E8}" dt="2026-01-12T16:58:20.525" v="184" actId="47"/>
        <pc:sldMkLst>
          <pc:docMk/>
          <pc:sldMk cId="1701135359" sldId="258"/>
        </pc:sldMkLst>
      </pc:sldChg>
      <pc:sldChg chg="addSp delSp modSp del mod setClrOvrMap">
        <pc:chgData name="Sofiene Ait-Amrouche" userId="6b7a17ac00842fbb" providerId="LiveId" clId="{C22E05AE-62A8-4AA0-80C5-AE9DB8AA01E8}" dt="2026-01-12T16:34:42.948" v="22" actId="2696"/>
        <pc:sldMkLst>
          <pc:docMk/>
          <pc:sldMk cId="2837456382" sldId="259"/>
        </pc:sldMkLst>
        <pc:spChg chg="mod">
          <ac:chgData name="Sofiene Ait-Amrouche" userId="6b7a17ac00842fbb" providerId="LiveId" clId="{C22E05AE-62A8-4AA0-80C5-AE9DB8AA01E8}" dt="2026-01-12T16:34:31.598" v="21" actId="20577"/>
          <ac:spMkLst>
            <pc:docMk/>
            <pc:sldMk cId="2837456382" sldId="259"/>
            <ac:spMk id="2" creationId="{2F3BECEC-FE54-4968-A15D-25E794A18193}"/>
          </ac:spMkLst>
        </pc:spChg>
        <pc:spChg chg="mod">
          <ac:chgData name="Sofiene Ait-Amrouche" userId="6b7a17ac00842fbb" providerId="LiveId" clId="{C22E05AE-62A8-4AA0-80C5-AE9DB8AA01E8}" dt="2026-01-12T16:34:14.635" v="15" actId="21"/>
          <ac:spMkLst>
            <pc:docMk/>
            <pc:sldMk cId="2837456382" sldId="259"/>
            <ac:spMk id="3" creationId="{476AACBB-DAF1-4618-8518-FF796CEA86BE}"/>
          </ac:spMkLst>
        </pc:spChg>
        <pc:spChg chg="add del">
          <ac:chgData name="Sofiene Ait-Amrouche" userId="6b7a17ac00842fbb" providerId="LiveId" clId="{C22E05AE-62A8-4AA0-80C5-AE9DB8AA01E8}" dt="2026-01-12T16:12:39.962" v="4" actId="26606"/>
          <ac:spMkLst>
            <pc:docMk/>
            <pc:sldMk cId="2837456382" sldId="259"/>
            <ac:spMk id="10" creationId="{9AA72BD9-2C5A-4EDC-931F-5AA08EACA0F3}"/>
          </ac:spMkLst>
        </pc:spChg>
        <pc:spChg chg="add del">
          <ac:chgData name="Sofiene Ait-Amrouche" userId="6b7a17ac00842fbb" providerId="LiveId" clId="{C22E05AE-62A8-4AA0-80C5-AE9DB8AA01E8}" dt="2026-01-12T16:12:39.962" v="4" actId="26606"/>
          <ac:spMkLst>
            <pc:docMk/>
            <pc:sldMk cId="2837456382" sldId="259"/>
            <ac:spMk id="12" creationId="{DD3981AC-7B61-4947-BCF3-F7AA7FA385B9}"/>
          </ac:spMkLst>
        </pc:spChg>
        <pc:spChg chg="add del">
          <ac:chgData name="Sofiene Ait-Amrouche" userId="6b7a17ac00842fbb" providerId="LiveId" clId="{C22E05AE-62A8-4AA0-80C5-AE9DB8AA01E8}" dt="2026-01-12T16:12:39.962" v="4" actId="26606"/>
          <ac:spMkLst>
            <pc:docMk/>
            <pc:sldMk cId="2837456382" sldId="259"/>
            <ac:spMk id="14" creationId="{55D4142C-5077-457F-A6AD-3FECFDB39685}"/>
          </ac:spMkLst>
        </pc:spChg>
        <pc:spChg chg="add del">
          <ac:chgData name="Sofiene Ait-Amrouche" userId="6b7a17ac00842fbb" providerId="LiveId" clId="{C22E05AE-62A8-4AA0-80C5-AE9DB8AA01E8}" dt="2026-01-12T16:12:39.962" v="4" actId="26606"/>
          <ac:spMkLst>
            <pc:docMk/>
            <pc:sldMk cId="2837456382" sldId="259"/>
            <ac:spMk id="16" creationId="{7A5F0580-5EE9-419F-96EE-B6529EF6E7D0}"/>
          </ac:spMkLst>
        </pc:spChg>
        <pc:spChg chg="add del">
          <ac:chgData name="Sofiene Ait-Amrouche" userId="6b7a17ac00842fbb" providerId="LiveId" clId="{C22E05AE-62A8-4AA0-80C5-AE9DB8AA01E8}" dt="2026-01-12T16:12:38.221" v="1" actId="26606"/>
          <ac:spMkLst>
            <pc:docMk/>
            <pc:sldMk cId="2837456382" sldId="259"/>
            <ac:spMk id="21" creationId="{9228552E-C8B1-4A80-8448-0787CE0FC704}"/>
          </ac:spMkLst>
        </pc:spChg>
        <pc:spChg chg="add del">
          <ac:chgData name="Sofiene Ait-Amrouche" userId="6b7a17ac00842fbb" providerId="LiveId" clId="{C22E05AE-62A8-4AA0-80C5-AE9DB8AA01E8}" dt="2026-01-12T16:12:39.899" v="3" actId="26606"/>
          <ac:spMkLst>
            <pc:docMk/>
            <pc:sldMk cId="2837456382" sldId="259"/>
            <ac:spMk id="23" creationId="{5B6AEE0C-07FE-4154-BC7C-2F20530BC556}"/>
          </ac:spMkLst>
        </pc:spChg>
        <pc:spChg chg="add del">
          <ac:chgData name="Sofiene Ait-Amrouche" userId="6b7a17ac00842fbb" providerId="LiveId" clId="{C22E05AE-62A8-4AA0-80C5-AE9DB8AA01E8}" dt="2026-01-12T16:12:39.899" v="3" actId="26606"/>
          <ac:spMkLst>
            <pc:docMk/>
            <pc:sldMk cId="2837456382" sldId="259"/>
            <ac:spMk id="24" creationId="{56688E73-49B9-4052-A836-D248C825D70D}"/>
          </ac:spMkLst>
        </pc:spChg>
        <pc:spChg chg="add">
          <ac:chgData name="Sofiene Ait-Amrouche" userId="6b7a17ac00842fbb" providerId="LiveId" clId="{C22E05AE-62A8-4AA0-80C5-AE9DB8AA01E8}" dt="2026-01-12T16:12:39.962" v="4" actId="26606"/>
          <ac:spMkLst>
            <pc:docMk/>
            <pc:sldMk cId="2837456382" sldId="259"/>
            <ac:spMk id="26" creationId="{9228552E-C8B1-4A80-8448-0787CE0FC704}"/>
          </ac:spMkLst>
        </pc:spChg>
        <pc:picChg chg="mod">
          <ac:chgData name="Sofiene Ait-Amrouche" userId="6b7a17ac00842fbb" providerId="LiveId" clId="{C22E05AE-62A8-4AA0-80C5-AE9DB8AA01E8}" dt="2026-01-12T16:12:39.962" v="4" actId="26606"/>
          <ac:picMkLst>
            <pc:docMk/>
            <pc:sldMk cId="2837456382" sldId="259"/>
            <ac:picMk id="5" creationId="{C579849F-63A1-407D-BA3B-1617EC7B7512}"/>
          </ac:picMkLst>
        </pc:picChg>
      </pc:sldChg>
      <pc:sldChg chg="addSp delSp modSp new del mod setBg">
        <pc:chgData name="Sofiene Ait-Amrouche" userId="6b7a17ac00842fbb" providerId="LiveId" clId="{C22E05AE-62A8-4AA0-80C5-AE9DB8AA01E8}" dt="2026-01-12T16:37:18.518" v="116" actId="47"/>
        <pc:sldMkLst>
          <pc:docMk/>
          <pc:sldMk cId="1615363583" sldId="260"/>
        </pc:sldMkLst>
        <pc:spChg chg="add mod">
          <ac:chgData name="Sofiene Ait-Amrouche" userId="6b7a17ac00842fbb" providerId="LiveId" clId="{C22E05AE-62A8-4AA0-80C5-AE9DB8AA01E8}" dt="2026-01-12T16:34:22.717" v="17"/>
          <ac:spMkLst>
            <pc:docMk/>
            <pc:sldMk cId="1615363583" sldId="260"/>
            <ac:spMk id="4" creationId="{A50CBCE1-3F48-4BA7-98F6-ECBA2D22897A}"/>
          </ac:spMkLst>
        </pc:spChg>
        <pc:spChg chg="add del mod">
          <ac:chgData name="Sofiene Ait-Amrouche" userId="6b7a17ac00842fbb" providerId="LiveId" clId="{C22E05AE-62A8-4AA0-80C5-AE9DB8AA01E8}" dt="2026-01-12T16:34:27.419" v="20"/>
          <ac:spMkLst>
            <pc:docMk/>
            <pc:sldMk cId="1615363583" sldId="260"/>
            <ac:spMk id="5" creationId="{B9F2ABDA-9023-4884-A4E1-72106DE74C8D}"/>
          </ac:spMkLst>
        </pc:spChg>
        <pc:spChg chg="add del">
          <ac:chgData name="Sofiene Ait-Amrouche" userId="6b7a17ac00842fbb" providerId="LiveId" clId="{C22E05AE-62A8-4AA0-80C5-AE9DB8AA01E8}" dt="2026-01-12T16:33:57.264" v="13" actId="26606"/>
          <ac:spMkLst>
            <pc:docMk/>
            <pc:sldMk cId="1615363583" sldId="260"/>
            <ac:spMk id="8" creationId="{3B432D73-5C38-474F-AF96-A3228731BF36}"/>
          </ac:spMkLst>
        </pc:spChg>
        <pc:spChg chg="add">
          <ac:chgData name="Sofiene Ait-Amrouche" userId="6b7a17ac00842fbb" providerId="LiveId" clId="{C22E05AE-62A8-4AA0-80C5-AE9DB8AA01E8}" dt="2026-01-12T16:33:57.280" v="14" actId="26606"/>
          <ac:spMkLst>
            <pc:docMk/>
            <pc:sldMk cId="1615363583" sldId="260"/>
            <ac:spMk id="10" creationId="{42A4FC2C-047E-45A5-965D-8E1E3BF09BC6}"/>
          </ac:spMkLst>
        </pc:spChg>
        <pc:picChg chg="add mod">
          <ac:chgData name="Sofiene Ait-Amrouche" userId="6b7a17ac00842fbb" providerId="LiveId" clId="{C22E05AE-62A8-4AA0-80C5-AE9DB8AA01E8}" dt="2026-01-12T16:33:57.280" v="14" actId="26606"/>
          <ac:picMkLst>
            <pc:docMk/>
            <pc:sldMk cId="1615363583" sldId="260"/>
            <ac:picMk id="3" creationId="{0ED830A9-2B2C-442A-961D-F02FFB1BEF83}"/>
          </ac:picMkLst>
        </pc:picChg>
      </pc:sldChg>
      <pc:sldChg chg="addSp modSp new mod setBg">
        <pc:chgData name="Sofiene Ait-Amrouche" userId="6b7a17ac00842fbb" providerId="LiveId" clId="{C22E05AE-62A8-4AA0-80C5-AE9DB8AA01E8}" dt="2026-01-12T17:56:36.381" v="1712" actId="115"/>
        <pc:sldMkLst>
          <pc:docMk/>
          <pc:sldMk cId="1570193421" sldId="261"/>
        </pc:sldMkLst>
        <pc:spChg chg="add mod">
          <ac:chgData name="Sofiene Ait-Amrouche" userId="6b7a17ac00842fbb" providerId="LiveId" clId="{C22E05AE-62A8-4AA0-80C5-AE9DB8AA01E8}" dt="2026-01-12T16:36:32.488" v="110" actId="115"/>
          <ac:spMkLst>
            <pc:docMk/>
            <pc:sldMk cId="1570193421" sldId="261"/>
            <ac:spMk id="4" creationId="{4663F19C-DC8A-4B98-8A30-A8E780FA09B7}"/>
          </ac:spMkLst>
        </pc:spChg>
        <pc:spChg chg="add mod">
          <ac:chgData name="Sofiene Ait-Amrouche" userId="6b7a17ac00842fbb" providerId="LiveId" clId="{C22E05AE-62A8-4AA0-80C5-AE9DB8AA01E8}" dt="2026-01-12T17:56:36.381" v="1712" actId="115"/>
          <ac:spMkLst>
            <pc:docMk/>
            <pc:sldMk cId="1570193421" sldId="261"/>
            <ac:spMk id="5" creationId="{363A1CB6-2558-4370-A423-6C59AC86E6A7}"/>
          </ac:spMkLst>
        </pc:spChg>
        <pc:picChg chg="add mod">
          <ac:chgData name="Sofiene Ait-Amrouche" userId="6b7a17ac00842fbb" providerId="LiveId" clId="{C22E05AE-62A8-4AA0-80C5-AE9DB8AA01E8}" dt="2026-01-12T16:36:23.693" v="108" actId="1076"/>
          <ac:picMkLst>
            <pc:docMk/>
            <pc:sldMk cId="1570193421" sldId="261"/>
            <ac:picMk id="3" creationId="{9E0938DB-35C1-4700-8DF4-965ED832A92C}"/>
          </ac:picMkLst>
        </pc:picChg>
      </pc:sldChg>
      <pc:sldChg chg="addSp modSp add mod ord">
        <pc:chgData name="Sofiene Ait-Amrouche" userId="6b7a17ac00842fbb" providerId="LiveId" clId="{C22E05AE-62A8-4AA0-80C5-AE9DB8AA01E8}" dt="2026-01-12T18:13:52.304" v="1715"/>
        <pc:sldMkLst>
          <pc:docMk/>
          <pc:sldMk cId="530840028" sldId="262"/>
        </pc:sldMkLst>
        <pc:spChg chg="add mod">
          <ac:chgData name="Sofiene Ait-Amrouche" userId="6b7a17ac00842fbb" providerId="LiveId" clId="{C22E05AE-62A8-4AA0-80C5-AE9DB8AA01E8}" dt="2026-01-12T16:40:02.449" v="171" actId="113"/>
          <ac:spMkLst>
            <pc:docMk/>
            <pc:sldMk cId="530840028" sldId="262"/>
            <ac:spMk id="2" creationId="{999E5680-672C-468A-AC24-7CDA5D16A718}"/>
          </ac:spMkLst>
        </pc:spChg>
        <pc:spChg chg="add mod">
          <ac:chgData name="Sofiene Ait-Amrouche" userId="6b7a17ac00842fbb" providerId="LiveId" clId="{C22E05AE-62A8-4AA0-80C5-AE9DB8AA01E8}" dt="2026-01-12T18:00:34.468" v="1713" actId="1076"/>
          <ac:spMkLst>
            <pc:docMk/>
            <pc:sldMk cId="530840028" sldId="262"/>
            <ac:spMk id="4" creationId="{6449E77D-1976-44E2-8F72-014725915ED4}"/>
          </ac:spMkLst>
        </pc:spChg>
        <pc:spChg chg="add mod">
          <ac:chgData name="Sofiene Ait-Amrouche" userId="6b7a17ac00842fbb" providerId="LiveId" clId="{C22E05AE-62A8-4AA0-80C5-AE9DB8AA01E8}" dt="2026-01-12T16:57:48.711" v="181" actId="1076"/>
          <ac:spMkLst>
            <pc:docMk/>
            <pc:sldMk cId="530840028" sldId="262"/>
            <ac:spMk id="5" creationId="{B5CE002C-049C-4B30-924E-4A582C018EAB}"/>
          </ac:spMkLst>
        </pc:spChg>
        <pc:picChg chg="mod">
          <ac:chgData name="Sofiene Ait-Amrouche" userId="6b7a17ac00842fbb" providerId="LiveId" clId="{C22E05AE-62A8-4AA0-80C5-AE9DB8AA01E8}" dt="2026-01-12T16:57:44.124" v="180" actId="1076"/>
          <ac:picMkLst>
            <pc:docMk/>
            <pc:sldMk cId="530840028" sldId="262"/>
            <ac:picMk id="3" creationId="{9E0938DB-35C1-4700-8DF4-965ED832A92C}"/>
          </ac:picMkLst>
        </pc:picChg>
      </pc:sldChg>
      <pc:sldChg chg="addSp modSp add mod ord">
        <pc:chgData name="Sofiene Ait-Amrouche" userId="6b7a17ac00842fbb" providerId="LiveId" clId="{C22E05AE-62A8-4AA0-80C5-AE9DB8AA01E8}" dt="2026-01-12T18:17:46.184" v="1717"/>
        <pc:sldMkLst>
          <pc:docMk/>
          <pc:sldMk cId="1147941028" sldId="263"/>
        </pc:sldMkLst>
        <pc:spChg chg="add mod">
          <ac:chgData name="Sofiene Ait-Amrouche" userId="6b7a17ac00842fbb" providerId="LiveId" clId="{C22E05AE-62A8-4AA0-80C5-AE9DB8AA01E8}" dt="2026-01-12T16:37:49.155" v="125" actId="404"/>
          <ac:spMkLst>
            <pc:docMk/>
            <pc:sldMk cId="1147941028" sldId="263"/>
            <ac:spMk id="2" creationId="{E5B04317-BBE9-436A-9F92-BCF7DD8E9348}"/>
          </ac:spMkLst>
        </pc:spChg>
        <pc:spChg chg="add mod">
          <ac:chgData name="Sofiene Ait-Amrouche" userId="6b7a17ac00842fbb" providerId="LiveId" clId="{C22E05AE-62A8-4AA0-80C5-AE9DB8AA01E8}" dt="2026-01-12T16:38:17.480" v="143" actId="1076"/>
          <ac:spMkLst>
            <pc:docMk/>
            <pc:sldMk cId="1147941028" sldId="263"/>
            <ac:spMk id="4" creationId="{2810D1CB-7A5E-4BEC-9EEE-D1B526E9A0AD}"/>
          </ac:spMkLst>
        </pc:spChg>
      </pc:sldChg>
      <pc:sldChg chg="addSp delSp modSp add mod">
        <pc:chgData name="Sofiene Ait-Amrouche" userId="6b7a17ac00842fbb" providerId="LiveId" clId="{C22E05AE-62A8-4AA0-80C5-AE9DB8AA01E8}" dt="2026-01-12T17:02:50.736" v="245" actId="478"/>
        <pc:sldMkLst>
          <pc:docMk/>
          <pc:sldMk cId="1897212392" sldId="264"/>
        </pc:sldMkLst>
        <pc:spChg chg="add mod">
          <ac:chgData name="Sofiene Ait-Amrouche" userId="6b7a17ac00842fbb" providerId="LiveId" clId="{C22E05AE-62A8-4AA0-80C5-AE9DB8AA01E8}" dt="2026-01-12T17:02:21.922" v="243" actId="1076"/>
          <ac:spMkLst>
            <pc:docMk/>
            <pc:sldMk cId="1897212392" sldId="264"/>
            <ac:spMk id="7" creationId="{631F1053-8A95-4017-B69A-310D03AA7086}"/>
          </ac:spMkLst>
        </pc:spChg>
        <pc:picChg chg="add del">
          <ac:chgData name="Sofiene Ait-Amrouche" userId="6b7a17ac00842fbb" providerId="LiveId" clId="{C22E05AE-62A8-4AA0-80C5-AE9DB8AA01E8}" dt="2026-01-12T17:02:50.736" v="245" actId="478"/>
          <ac:picMkLst>
            <pc:docMk/>
            <pc:sldMk cId="1897212392" sldId="264"/>
            <ac:picMk id="3" creationId="{9E0938DB-35C1-4700-8DF4-965ED832A92C}"/>
          </ac:picMkLst>
        </pc:picChg>
        <pc:picChg chg="add del mod">
          <ac:chgData name="Sofiene Ait-Amrouche" userId="6b7a17ac00842fbb" providerId="LiveId" clId="{C22E05AE-62A8-4AA0-80C5-AE9DB8AA01E8}" dt="2026-01-12T17:00:18.191" v="197" actId="931"/>
          <ac:picMkLst>
            <pc:docMk/>
            <pc:sldMk cId="1897212392" sldId="264"/>
            <ac:picMk id="4" creationId="{AC5F27B8-62C4-4C13-A5E8-B038897FC495}"/>
          </ac:picMkLst>
        </pc:picChg>
        <pc:picChg chg="add mod">
          <ac:chgData name="Sofiene Ait-Amrouche" userId="6b7a17ac00842fbb" providerId="LiveId" clId="{C22E05AE-62A8-4AA0-80C5-AE9DB8AA01E8}" dt="2026-01-12T17:02:05.486" v="238" actId="1076"/>
          <ac:picMkLst>
            <pc:docMk/>
            <pc:sldMk cId="1897212392" sldId="264"/>
            <ac:picMk id="6" creationId="{8B8B2731-23E2-4B15-BE28-3FC89E438FBD}"/>
          </ac:picMkLst>
        </pc:picChg>
      </pc:sldChg>
      <pc:sldChg chg="addSp modSp add mod">
        <pc:chgData name="Sofiene Ait-Amrouche" userId="6b7a17ac00842fbb" providerId="LiveId" clId="{C22E05AE-62A8-4AA0-80C5-AE9DB8AA01E8}" dt="2026-01-12T18:24:22.796" v="1720" actId="20577"/>
        <pc:sldMkLst>
          <pc:docMk/>
          <pc:sldMk cId="2206598007" sldId="265"/>
        </pc:sldMkLst>
        <pc:spChg chg="add mod">
          <ac:chgData name="Sofiene Ait-Amrouche" userId="6b7a17ac00842fbb" providerId="LiveId" clId="{C22E05AE-62A8-4AA0-80C5-AE9DB8AA01E8}" dt="2026-01-12T17:49:15.989" v="1502" actId="20577"/>
          <ac:spMkLst>
            <pc:docMk/>
            <pc:sldMk cId="2206598007" sldId="265"/>
            <ac:spMk id="2" creationId="{0E8ED7B1-7E06-40A0-A773-B0B3AE7CE136}"/>
          </ac:spMkLst>
        </pc:spChg>
        <pc:spChg chg="add mod">
          <ac:chgData name="Sofiene Ait-Amrouche" userId="6b7a17ac00842fbb" providerId="LiveId" clId="{C22E05AE-62A8-4AA0-80C5-AE9DB8AA01E8}" dt="2026-01-12T18:24:22.796" v="1720" actId="20577"/>
          <ac:spMkLst>
            <pc:docMk/>
            <pc:sldMk cId="2206598007" sldId="265"/>
            <ac:spMk id="4" creationId="{2CE82C63-A470-40B3-8A2C-AA32DF61328B}"/>
          </ac:spMkLst>
        </pc:spChg>
        <pc:spChg chg="add mod">
          <ac:chgData name="Sofiene Ait-Amrouche" userId="6b7a17ac00842fbb" providerId="LiveId" clId="{C22E05AE-62A8-4AA0-80C5-AE9DB8AA01E8}" dt="2026-01-12T17:49:13.470" v="1501" actId="113"/>
          <ac:spMkLst>
            <pc:docMk/>
            <pc:sldMk cId="2206598007" sldId="265"/>
            <ac:spMk id="5" creationId="{6EE4D481-6FC5-47CA-870F-E4CEEDBAA246}"/>
          </ac:spMkLst>
        </pc:spChg>
        <pc:picChg chg="mod">
          <ac:chgData name="Sofiene Ait-Amrouche" userId="6b7a17ac00842fbb" providerId="LiveId" clId="{C22E05AE-62A8-4AA0-80C5-AE9DB8AA01E8}" dt="2026-01-12T17:49:06.368" v="1483" actId="1076"/>
          <ac:picMkLst>
            <pc:docMk/>
            <pc:sldMk cId="2206598007" sldId="265"/>
            <ac:picMk id="3" creationId="{9E0938DB-35C1-4700-8DF4-965ED832A92C}"/>
          </ac:picMkLst>
        </pc:picChg>
      </pc:sldChg>
      <pc:sldChg chg="addSp delSp modSp add mod">
        <pc:chgData name="Sofiene Ait-Amrouche" userId="6b7a17ac00842fbb" providerId="LiveId" clId="{C22E05AE-62A8-4AA0-80C5-AE9DB8AA01E8}" dt="2026-01-12T17:09:16.833" v="363" actId="21"/>
        <pc:sldMkLst>
          <pc:docMk/>
          <pc:sldMk cId="221134558" sldId="266"/>
        </pc:sldMkLst>
        <pc:spChg chg="add mod">
          <ac:chgData name="Sofiene Ait-Amrouche" userId="6b7a17ac00842fbb" providerId="LiveId" clId="{C22E05AE-62A8-4AA0-80C5-AE9DB8AA01E8}" dt="2026-01-12T17:07:33.010" v="355" actId="1076"/>
          <ac:spMkLst>
            <pc:docMk/>
            <pc:sldMk cId="221134558" sldId="266"/>
            <ac:spMk id="2" creationId="{4138A75C-1D16-4F2B-B15B-C47E2E4835F9}"/>
          </ac:spMkLst>
        </pc:spChg>
        <pc:picChg chg="mod">
          <ac:chgData name="Sofiene Ait-Amrouche" userId="6b7a17ac00842fbb" providerId="LiveId" clId="{C22E05AE-62A8-4AA0-80C5-AE9DB8AA01E8}" dt="2026-01-12T17:03:41.754" v="278" actId="1076"/>
          <ac:picMkLst>
            <pc:docMk/>
            <pc:sldMk cId="221134558" sldId="266"/>
            <ac:picMk id="3" creationId="{9E0938DB-35C1-4700-8DF4-965ED832A92C}"/>
          </ac:picMkLst>
        </pc:picChg>
        <pc:picChg chg="add mod">
          <ac:chgData name="Sofiene Ait-Amrouche" userId="6b7a17ac00842fbb" providerId="LiveId" clId="{C22E05AE-62A8-4AA0-80C5-AE9DB8AA01E8}" dt="2026-01-12T17:05:45.647" v="328" actId="14100"/>
          <ac:picMkLst>
            <pc:docMk/>
            <pc:sldMk cId="221134558" sldId="266"/>
            <ac:picMk id="5" creationId="{655AC27E-E908-447F-8A18-0BD7EFE1C5AA}"/>
          </ac:picMkLst>
        </pc:picChg>
        <pc:picChg chg="add del mod">
          <ac:chgData name="Sofiene Ait-Amrouche" userId="6b7a17ac00842fbb" providerId="LiveId" clId="{C22E05AE-62A8-4AA0-80C5-AE9DB8AA01E8}" dt="2026-01-12T17:09:16.833" v="363" actId="21"/>
          <ac:picMkLst>
            <pc:docMk/>
            <pc:sldMk cId="221134558" sldId="266"/>
            <ac:picMk id="7" creationId="{0FDE9DD9-7A6F-474F-82DD-C5E2EDCC4048}"/>
          </ac:picMkLst>
        </pc:picChg>
      </pc:sldChg>
      <pc:sldChg chg="addSp delSp modSp add mod setBg">
        <pc:chgData name="Sofiene Ait-Amrouche" userId="6b7a17ac00842fbb" providerId="LiveId" clId="{C22E05AE-62A8-4AA0-80C5-AE9DB8AA01E8}" dt="2026-01-12T17:11:58.962" v="397" actId="21"/>
        <pc:sldMkLst>
          <pc:docMk/>
          <pc:sldMk cId="2581345447" sldId="267"/>
        </pc:sldMkLst>
        <pc:spChg chg="add mod">
          <ac:chgData name="Sofiene Ait-Amrouche" userId="6b7a17ac00842fbb" providerId="LiveId" clId="{C22E05AE-62A8-4AA0-80C5-AE9DB8AA01E8}" dt="2026-01-12T17:06:44.209" v="354" actId="113"/>
          <ac:spMkLst>
            <pc:docMk/>
            <pc:sldMk cId="2581345447" sldId="267"/>
            <ac:spMk id="2" creationId="{AC10BAE8-72D1-4617-8C79-A993D2934499}"/>
          </ac:spMkLst>
        </pc:spChg>
        <pc:picChg chg="add mod">
          <ac:chgData name="Sofiene Ait-Amrouche" userId="6b7a17ac00842fbb" providerId="LiveId" clId="{C22E05AE-62A8-4AA0-80C5-AE9DB8AA01E8}" dt="2026-01-12T17:09:18.979" v="364"/>
          <ac:picMkLst>
            <pc:docMk/>
            <pc:sldMk cId="2581345447" sldId="267"/>
            <ac:picMk id="4" creationId="{4A7D221F-7BA5-405F-91ED-C3EC0D29F70E}"/>
          </ac:picMkLst>
        </pc:picChg>
        <pc:picChg chg="add del mod">
          <ac:chgData name="Sofiene Ait-Amrouche" userId="6b7a17ac00842fbb" providerId="LiveId" clId="{C22E05AE-62A8-4AA0-80C5-AE9DB8AA01E8}" dt="2026-01-12T17:11:58.962" v="397" actId="21"/>
          <ac:picMkLst>
            <pc:docMk/>
            <pc:sldMk cId="2581345447" sldId="267"/>
            <ac:picMk id="6" creationId="{BC213210-223A-41E3-913D-80055D0053E0}"/>
          </ac:picMkLst>
        </pc:picChg>
      </pc:sldChg>
      <pc:sldChg chg="addSp delSp modSp add mod setBg">
        <pc:chgData name="Sofiene Ait-Amrouche" userId="6b7a17ac00842fbb" providerId="LiveId" clId="{C22E05AE-62A8-4AA0-80C5-AE9DB8AA01E8}" dt="2026-01-12T17:12:02.644" v="399"/>
        <pc:sldMkLst>
          <pc:docMk/>
          <pc:sldMk cId="2210791774" sldId="268"/>
        </pc:sldMkLst>
        <pc:spChg chg="add mod">
          <ac:chgData name="Sofiene Ait-Amrouche" userId="6b7a17ac00842fbb" providerId="LiveId" clId="{C22E05AE-62A8-4AA0-80C5-AE9DB8AA01E8}" dt="2026-01-12T17:10:14.760" v="386" actId="1076"/>
          <ac:spMkLst>
            <pc:docMk/>
            <pc:sldMk cId="2210791774" sldId="268"/>
            <ac:spMk id="2" creationId="{3321F7EA-3738-463F-86AC-7B7FF8418E6D}"/>
          </ac:spMkLst>
        </pc:spChg>
        <pc:picChg chg="add del mod">
          <ac:chgData name="Sofiene Ait-Amrouche" userId="6b7a17ac00842fbb" providerId="LiveId" clId="{C22E05AE-62A8-4AA0-80C5-AE9DB8AA01E8}" dt="2026-01-12T17:12:01.735" v="398" actId="478"/>
          <ac:picMkLst>
            <pc:docMk/>
            <pc:sldMk cId="2210791774" sldId="268"/>
            <ac:picMk id="5" creationId="{F4AE0045-DBDC-426C-AFF7-D6A049C47111}"/>
          </ac:picMkLst>
        </pc:picChg>
        <pc:picChg chg="add mod">
          <ac:chgData name="Sofiene Ait-Amrouche" userId="6b7a17ac00842fbb" providerId="LiveId" clId="{C22E05AE-62A8-4AA0-80C5-AE9DB8AA01E8}" dt="2026-01-12T17:12:02.644" v="399"/>
          <ac:picMkLst>
            <pc:docMk/>
            <pc:sldMk cId="2210791774" sldId="268"/>
            <ac:picMk id="6" creationId="{AEF8CA36-635C-4184-B054-9B086A81B739}"/>
          </ac:picMkLst>
        </pc:picChg>
      </pc:sldChg>
      <pc:sldChg chg="addSp delSp modSp add mod setBg">
        <pc:chgData name="Sofiene Ait-Amrouche" userId="6b7a17ac00842fbb" providerId="LiveId" clId="{C22E05AE-62A8-4AA0-80C5-AE9DB8AA01E8}" dt="2026-01-12T17:17:21.903" v="624" actId="1076"/>
        <pc:sldMkLst>
          <pc:docMk/>
          <pc:sldMk cId="2551764869" sldId="269"/>
        </pc:sldMkLst>
        <pc:spChg chg="add mod">
          <ac:chgData name="Sofiene Ait-Amrouche" userId="6b7a17ac00842fbb" providerId="LiveId" clId="{C22E05AE-62A8-4AA0-80C5-AE9DB8AA01E8}" dt="2026-01-12T17:13:45.040" v="443" actId="20577"/>
          <ac:spMkLst>
            <pc:docMk/>
            <pc:sldMk cId="2551764869" sldId="269"/>
            <ac:spMk id="2" creationId="{BB327650-67D8-4B62-9875-0515C2358F83}"/>
          </ac:spMkLst>
        </pc:spChg>
        <pc:spChg chg="add del mod">
          <ac:chgData name="Sofiene Ait-Amrouche" userId="6b7a17ac00842fbb" providerId="LiveId" clId="{C22E05AE-62A8-4AA0-80C5-AE9DB8AA01E8}" dt="2026-01-12T17:15:16.653" v="451" actId="21"/>
          <ac:spMkLst>
            <pc:docMk/>
            <pc:sldMk cId="2551764869" sldId="269"/>
            <ac:spMk id="4" creationId="{09C66190-DB78-4BD7-BCB9-EBD75CE58716}"/>
          </ac:spMkLst>
        </pc:spChg>
        <pc:spChg chg="add del">
          <ac:chgData name="Sofiene Ait-Amrouche" userId="6b7a17ac00842fbb" providerId="LiveId" clId="{C22E05AE-62A8-4AA0-80C5-AE9DB8AA01E8}" dt="2026-01-12T17:15:16.653" v="451" actId="21"/>
          <ac:spMkLst>
            <pc:docMk/>
            <pc:sldMk cId="2551764869" sldId="269"/>
            <ac:spMk id="5" creationId="{1E9B6E8E-0F79-4458-81D6-E5119BFE6574}"/>
          </ac:spMkLst>
        </pc:spChg>
        <pc:spChg chg="add mod">
          <ac:chgData name="Sofiene Ait-Amrouche" userId="6b7a17ac00842fbb" providerId="LiveId" clId="{C22E05AE-62A8-4AA0-80C5-AE9DB8AA01E8}" dt="2026-01-12T17:17:21.903" v="624" actId="1076"/>
          <ac:spMkLst>
            <pc:docMk/>
            <pc:sldMk cId="2551764869" sldId="269"/>
            <ac:spMk id="6" creationId="{CB6172CF-4853-4F3D-AB4D-1662D62E551B}"/>
          </ac:spMkLst>
        </pc:spChg>
        <pc:spChg chg="add del">
          <ac:chgData name="Sofiene Ait-Amrouche" userId="6b7a17ac00842fbb" providerId="LiveId" clId="{C22E05AE-62A8-4AA0-80C5-AE9DB8AA01E8}" dt="2026-01-12T17:15:32.092" v="454"/>
          <ac:spMkLst>
            <pc:docMk/>
            <pc:sldMk cId="2551764869" sldId="269"/>
            <ac:spMk id="7" creationId="{201E8387-6136-4AB8-8D98-BF39B987CD93}"/>
          </ac:spMkLst>
        </pc:spChg>
        <pc:spChg chg="add del">
          <ac:chgData name="Sofiene Ait-Amrouche" userId="6b7a17ac00842fbb" providerId="LiveId" clId="{C22E05AE-62A8-4AA0-80C5-AE9DB8AA01E8}" dt="2026-01-12T17:15:44.610" v="459"/>
          <ac:spMkLst>
            <pc:docMk/>
            <pc:sldMk cId="2551764869" sldId="269"/>
            <ac:spMk id="8" creationId="{7C1C55B4-1DC1-4F88-98DA-8D987A5EA083}"/>
          </ac:spMkLst>
        </pc:spChg>
        <pc:picChg chg="mod">
          <ac:chgData name="Sofiene Ait-Amrouche" userId="6b7a17ac00842fbb" providerId="LiveId" clId="{C22E05AE-62A8-4AA0-80C5-AE9DB8AA01E8}" dt="2026-01-12T17:15:43.984" v="458" actId="1076"/>
          <ac:picMkLst>
            <pc:docMk/>
            <pc:sldMk cId="2551764869" sldId="269"/>
            <ac:picMk id="3" creationId="{9E0938DB-35C1-4700-8DF4-965ED832A92C}"/>
          </ac:picMkLst>
        </pc:picChg>
      </pc:sldChg>
      <pc:sldChg chg="addSp delSp modSp add del mod setBg">
        <pc:chgData name="Sofiene Ait-Amrouche" userId="6b7a17ac00842fbb" providerId="LiveId" clId="{C22E05AE-62A8-4AA0-80C5-AE9DB8AA01E8}" dt="2026-01-12T17:22:28.241" v="720" actId="47"/>
        <pc:sldMkLst>
          <pc:docMk/>
          <pc:sldMk cId="1088136126" sldId="270"/>
        </pc:sldMkLst>
        <pc:spChg chg="add mod">
          <ac:chgData name="Sofiene Ait-Amrouche" userId="6b7a17ac00842fbb" providerId="LiveId" clId="{C22E05AE-62A8-4AA0-80C5-AE9DB8AA01E8}" dt="2026-01-12T17:19:48.375" v="710" actId="1076"/>
          <ac:spMkLst>
            <pc:docMk/>
            <pc:sldMk cId="1088136126" sldId="270"/>
            <ac:spMk id="2" creationId="{417B77BA-B75B-4769-908B-DAAEACB7EC18}"/>
          </ac:spMkLst>
        </pc:spChg>
        <pc:spChg chg="add mod">
          <ac:chgData name="Sofiene Ait-Amrouche" userId="6b7a17ac00842fbb" providerId="LiveId" clId="{C22E05AE-62A8-4AA0-80C5-AE9DB8AA01E8}" dt="2026-01-12T17:19:42.936" v="709" actId="1076"/>
          <ac:spMkLst>
            <pc:docMk/>
            <pc:sldMk cId="1088136126" sldId="270"/>
            <ac:spMk id="4" creationId="{550B9232-23B0-4746-B2FC-71971BD2A835}"/>
          </ac:spMkLst>
        </pc:spChg>
        <pc:picChg chg="add del mod">
          <ac:chgData name="Sofiene Ait-Amrouche" userId="6b7a17ac00842fbb" providerId="LiveId" clId="{C22E05AE-62A8-4AA0-80C5-AE9DB8AA01E8}" dt="2026-01-12T17:22:19.648" v="719" actId="478"/>
          <ac:picMkLst>
            <pc:docMk/>
            <pc:sldMk cId="1088136126" sldId="270"/>
            <ac:picMk id="6" creationId="{CE0DDC8A-EB6B-402D-904F-EB0A9053D755}"/>
          </ac:picMkLst>
        </pc:picChg>
      </pc:sldChg>
      <pc:sldChg chg="addSp delSp modSp add mod">
        <pc:chgData name="Sofiene Ait-Amrouche" userId="6b7a17ac00842fbb" providerId="LiveId" clId="{C22E05AE-62A8-4AA0-80C5-AE9DB8AA01E8}" dt="2026-01-12T17:29:29.499" v="970" actId="1076"/>
        <pc:sldMkLst>
          <pc:docMk/>
          <pc:sldMk cId="1144733850" sldId="270"/>
        </pc:sldMkLst>
        <pc:spChg chg="mod">
          <ac:chgData name="Sofiene Ait-Amrouche" userId="6b7a17ac00842fbb" providerId="LiveId" clId="{C22E05AE-62A8-4AA0-80C5-AE9DB8AA01E8}" dt="2026-01-12T17:22:55.629" v="761" actId="20577"/>
          <ac:spMkLst>
            <pc:docMk/>
            <pc:sldMk cId="1144733850" sldId="270"/>
            <ac:spMk id="4" creationId="{550B9232-23B0-4746-B2FC-71971BD2A835}"/>
          </ac:spMkLst>
        </pc:spChg>
        <pc:picChg chg="del">
          <ac:chgData name="Sofiene Ait-Amrouche" userId="6b7a17ac00842fbb" providerId="LiveId" clId="{C22E05AE-62A8-4AA0-80C5-AE9DB8AA01E8}" dt="2026-01-12T17:22:58.013" v="762" actId="478"/>
          <ac:picMkLst>
            <pc:docMk/>
            <pc:sldMk cId="1144733850" sldId="270"/>
            <ac:picMk id="6" creationId="{CE0DDC8A-EB6B-402D-904F-EB0A9053D755}"/>
          </ac:picMkLst>
        </pc:picChg>
        <pc:picChg chg="add mod">
          <ac:chgData name="Sofiene Ait-Amrouche" userId="6b7a17ac00842fbb" providerId="LiveId" clId="{C22E05AE-62A8-4AA0-80C5-AE9DB8AA01E8}" dt="2026-01-12T17:29:29.499" v="970" actId="1076"/>
          <ac:picMkLst>
            <pc:docMk/>
            <pc:sldMk cId="1144733850" sldId="270"/>
            <ac:picMk id="7" creationId="{7D49B960-AED9-4D8B-9F57-5ACD0D2C12B8}"/>
          </ac:picMkLst>
        </pc:picChg>
      </pc:sldChg>
      <pc:sldChg chg="add del setBg">
        <pc:chgData name="Sofiene Ait-Amrouche" userId="6b7a17ac00842fbb" providerId="LiveId" clId="{C22E05AE-62A8-4AA0-80C5-AE9DB8AA01E8}" dt="2026-01-12T17:26:37.708" v="920" actId="47"/>
        <pc:sldMkLst>
          <pc:docMk/>
          <pc:sldMk cId="3436908884" sldId="271"/>
        </pc:sldMkLst>
      </pc:sldChg>
      <pc:sldChg chg="add del setBg">
        <pc:chgData name="Sofiene Ait-Amrouche" userId="6b7a17ac00842fbb" providerId="LiveId" clId="{C22E05AE-62A8-4AA0-80C5-AE9DB8AA01E8}" dt="2026-01-12T17:27:02.739" v="922" actId="47"/>
        <pc:sldMkLst>
          <pc:docMk/>
          <pc:sldMk cId="462179383" sldId="272"/>
        </pc:sldMkLst>
      </pc:sldChg>
      <pc:sldChg chg="modSp add mod">
        <pc:chgData name="Sofiene Ait-Amrouche" userId="6b7a17ac00842fbb" providerId="LiveId" clId="{C22E05AE-62A8-4AA0-80C5-AE9DB8AA01E8}" dt="2026-01-12T17:30:57.586" v="1005" actId="20577"/>
        <pc:sldMkLst>
          <pc:docMk/>
          <pc:sldMk cId="92020526" sldId="273"/>
        </pc:sldMkLst>
        <pc:spChg chg="mod">
          <ac:chgData name="Sofiene Ait-Amrouche" userId="6b7a17ac00842fbb" providerId="LiveId" clId="{C22E05AE-62A8-4AA0-80C5-AE9DB8AA01E8}" dt="2026-01-12T17:30:57.586" v="1005" actId="20577"/>
          <ac:spMkLst>
            <pc:docMk/>
            <pc:sldMk cId="92020526" sldId="273"/>
            <ac:spMk id="4" creationId="{550B9232-23B0-4746-B2FC-71971BD2A835}"/>
          </ac:spMkLst>
        </pc:spChg>
      </pc:sldChg>
      <pc:sldChg chg="add del">
        <pc:chgData name="Sofiene Ait-Amrouche" userId="6b7a17ac00842fbb" providerId="LiveId" clId="{C22E05AE-62A8-4AA0-80C5-AE9DB8AA01E8}" dt="2026-01-12T17:23:06.645" v="763" actId="47"/>
        <pc:sldMkLst>
          <pc:docMk/>
          <pc:sldMk cId="2034470769" sldId="274"/>
        </pc:sldMkLst>
      </pc:sldChg>
      <pc:sldChg chg="modSp add del mod">
        <pc:chgData name="Sofiene Ait-Amrouche" userId="6b7a17ac00842fbb" providerId="LiveId" clId="{C22E05AE-62A8-4AA0-80C5-AE9DB8AA01E8}" dt="2026-01-12T17:29:44.510" v="971" actId="47"/>
        <pc:sldMkLst>
          <pc:docMk/>
          <pc:sldMk cId="3400007038" sldId="274"/>
        </pc:sldMkLst>
        <pc:spChg chg="mod">
          <ac:chgData name="Sofiene Ait-Amrouche" userId="6b7a17ac00842fbb" providerId="LiveId" clId="{C22E05AE-62A8-4AA0-80C5-AE9DB8AA01E8}" dt="2026-01-12T17:24:30.501" v="827" actId="5793"/>
          <ac:spMkLst>
            <pc:docMk/>
            <pc:sldMk cId="3400007038" sldId="274"/>
            <ac:spMk id="4" creationId="{550B9232-23B0-4746-B2FC-71971BD2A835}"/>
          </ac:spMkLst>
        </pc:spChg>
      </pc:sldChg>
      <pc:sldChg chg="add del">
        <pc:chgData name="Sofiene Ait-Amrouche" userId="6b7a17ac00842fbb" providerId="LiveId" clId="{C22E05AE-62A8-4AA0-80C5-AE9DB8AA01E8}" dt="2026-01-12T17:23:08.290" v="764" actId="47"/>
        <pc:sldMkLst>
          <pc:docMk/>
          <pc:sldMk cId="27454049" sldId="275"/>
        </pc:sldMkLst>
      </pc:sldChg>
      <pc:sldChg chg="addSp modSp add mod">
        <pc:chgData name="Sofiene Ait-Amrouche" userId="6b7a17ac00842fbb" providerId="LiveId" clId="{C22E05AE-62A8-4AA0-80C5-AE9DB8AA01E8}" dt="2026-01-12T17:32:23.892" v="1044" actId="1076"/>
        <pc:sldMkLst>
          <pc:docMk/>
          <pc:sldMk cId="4162574380" sldId="275"/>
        </pc:sldMkLst>
        <pc:spChg chg="mod">
          <ac:chgData name="Sofiene Ait-Amrouche" userId="6b7a17ac00842fbb" providerId="LiveId" clId="{C22E05AE-62A8-4AA0-80C5-AE9DB8AA01E8}" dt="2026-01-12T17:30:42.333" v="996" actId="5793"/>
          <ac:spMkLst>
            <pc:docMk/>
            <pc:sldMk cId="4162574380" sldId="275"/>
            <ac:spMk id="4" creationId="{550B9232-23B0-4746-B2FC-71971BD2A835}"/>
          </ac:spMkLst>
        </pc:spChg>
        <pc:picChg chg="add mod">
          <ac:chgData name="Sofiene Ait-Amrouche" userId="6b7a17ac00842fbb" providerId="LiveId" clId="{C22E05AE-62A8-4AA0-80C5-AE9DB8AA01E8}" dt="2026-01-12T17:32:23.892" v="1044" actId="1076"/>
          <ac:picMkLst>
            <pc:docMk/>
            <pc:sldMk cId="4162574380" sldId="275"/>
            <ac:picMk id="6" creationId="{8DA57FC8-EC88-4806-9B0A-9FA6DA3E9BCF}"/>
          </ac:picMkLst>
        </pc:picChg>
      </pc:sldChg>
      <pc:sldChg chg="addSp modSp add mod">
        <pc:chgData name="Sofiene Ait-Amrouche" userId="6b7a17ac00842fbb" providerId="LiveId" clId="{C22E05AE-62A8-4AA0-80C5-AE9DB8AA01E8}" dt="2026-01-12T17:36:10.200" v="1050" actId="1076"/>
        <pc:sldMkLst>
          <pc:docMk/>
          <pc:sldMk cId="1458611342" sldId="276"/>
        </pc:sldMkLst>
        <pc:spChg chg="mod">
          <ac:chgData name="Sofiene Ait-Amrouche" userId="6b7a17ac00842fbb" providerId="LiveId" clId="{C22E05AE-62A8-4AA0-80C5-AE9DB8AA01E8}" dt="2026-01-12T17:31:10.686" v="1016" actId="5793"/>
          <ac:spMkLst>
            <pc:docMk/>
            <pc:sldMk cId="1458611342" sldId="276"/>
            <ac:spMk id="4" creationId="{550B9232-23B0-4746-B2FC-71971BD2A835}"/>
          </ac:spMkLst>
        </pc:spChg>
        <pc:picChg chg="add mod">
          <ac:chgData name="Sofiene Ait-Amrouche" userId="6b7a17ac00842fbb" providerId="LiveId" clId="{C22E05AE-62A8-4AA0-80C5-AE9DB8AA01E8}" dt="2026-01-12T17:36:10.200" v="1050" actId="1076"/>
          <ac:picMkLst>
            <pc:docMk/>
            <pc:sldMk cId="1458611342" sldId="276"/>
            <ac:picMk id="6" creationId="{DD968940-10B4-42CE-AFDA-570E5CF342E2}"/>
          </ac:picMkLst>
        </pc:picChg>
      </pc:sldChg>
      <pc:sldChg chg="addSp modSp add mod">
        <pc:chgData name="Sofiene Ait-Amrouche" userId="6b7a17ac00842fbb" providerId="LiveId" clId="{C22E05AE-62A8-4AA0-80C5-AE9DB8AA01E8}" dt="2026-01-12T17:40:15.841" v="1064" actId="1076"/>
        <pc:sldMkLst>
          <pc:docMk/>
          <pc:sldMk cId="2515954029" sldId="277"/>
        </pc:sldMkLst>
        <pc:spChg chg="mod">
          <ac:chgData name="Sofiene Ait-Amrouche" userId="6b7a17ac00842fbb" providerId="LiveId" clId="{C22E05AE-62A8-4AA0-80C5-AE9DB8AA01E8}" dt="2026-01-12T17:31:19.122" v="1027" actId="5793"/>
          <ac:spMkLst>
            <pc:docMk/>
            <pc:sldMk cId="2515954029" sldId="277"/>
            <ac:spMk id="4" creationId="{550B9232-23B0-4746-B2FC-71971BD2A835}"/>
          </ac:spMkLst>
        </pc:spChg>
        <pc:picChg chg="add mod">
          <ac:chgData name="Sofiene Ait-Amrouche" userId="6b7a17ac00842fbb" providerId="LiveId" clId="{C22E05AE-62A8-4AA0-80C5-AE9DB8AA01E8}" dt="2026-01-12T17:40:09.849" v="1062" actId="1076"/>
          <ac:picMkLst>
            <pc:docMk/>
            <pc:sldMk cId="2515954029" sldId="277"/>
            <ac:picMk id="6" creationId="{012257D6-3138-4579-BF4E-5316050FE683}"/>
          </ac:picMkLst>
        </pc:picChg>
        <pc:picChg chg="add mod">
          <ac:chgData name="Sofiene Ait-Amrouche" userId="6b7a17ac00842fbb" providerId="LiveId" clId="{C22E05AE-62A8-4AA0-80C5-AE9DB8AA01E8}" dt="2026-01-12T17:40:15.841" v="1064" actId="1076"/>
          <ac:picMkLst>
            <pc:docMk/>
            <pc:sldMk cId="2515954029" sldId="277"/>
            <ac:picMk id="8" creationId="{F297AAE5-819E-4924-9995-FB89F5EE1456}"/>
          </ac:picMkLst>
        </pc:picChg>
      </pc:sldChg>
      <pc:sldChg chg="addSp modSp add mod">
        <pc:chgData name="Sofiene Ait-Amrouche" userId="6b7a17ac00842fbb" providerId="LiveId" clId="{C22E05AE-62A8-4AA0-80C5-AE9DB8AA01E8}" dt="2026-01-12T17:42:07.526" v="1070" actId="1076"/>
        <pc:sldMkLst>
          <pc:docMk/>
          <pc:sldMk cId="991860230" sldId="278"/>
        </pc:sldMkLst>
        <pc:spChg chg="mod">
          <ac:chgData name="Sofiene Ait-Amrouche" userId="6b7a17ac00842fbb" providerId="LiveId" clId="{C22E05AE-62A8-4AA0-80C5-AE9DB8AA01E8}" dt="2026-01-12T17:31:29.137" v="1038" actId="5793"/>
          <ac:spMkLst>
            <pc:docMk/>
            <pc:sldMk cId="991860230" sldId="278"/>
            <ac:spMk id="4" creationId="{550B9232-23B0-4746-B2FC-71971BD2A835}"/>
          </ac:spMkLst>
        </pc:spChg>
        <pc:picChg chg="add mod">
          <ac:chgData name="Sofiene Ait-Amrouche" userId="6b7a17ac00842fbb" providerId="LiveId" clId="{C22E05AE-62A8-4AA0-80C5-AE9DB8AA01E8}" dt="2026-01-12T17:42:07.526" v="1070" actId="1076"/>
          <ac:picMkLst>
            <pc:docMk/>
            <pc:sldMk cId="991860230" sldId="278"/>
            <ac:picMk id="6" creationId="{B237D65B-3B85-4137-9C02-F1669E550F6B}"/>
          </ac:picMkLst>
        </pc:picChg>
      </pc:sldChg>
      <pc:sldChg chg="addSp delSp modSp new mod setBg setClrOvrMap">
        <pc:chgData name="Sofiene Ait-Amrouche" userId="6b7a17ac00842fbb" providerId="LiveId" clId="{C22E05AE-62A8-4AA0-80C5-AE9DB8AA01E8}" dt="2026-01-12T17:54:30.913" v="1540" actId="1076"/>
        <pc:sldMkLst>
          <pc:docMk/>
          <pc:sldMk cId="2918093749" sldId="279"/>
        </pc:sldMkLst>
        <pc:spChg chg="mod">
          <ac:chgData name="Sofiene Ait-Amrouche" userId="6b7a17ac00842fbb" providerId="LiveId" clId="{C22E05AE-62A8-4AA0-80C5-AE9DB8AA01E8}" dt="2026-01-12T17:53:53.393" v="1521" actId="404"/>
          <ac:spMkLst>
            <pc:docMk/>
            <pc:sldMk cId="2918093749" sldId="279"/>
            <ac:spMk id="2" creationId="{A8CF5C18-5852-462F-8E6D-C8397D69EDAF}"/>
          </ac:spMkLst>
        </pc:spChg>
        <pc:spChg chg="mod">
          <ac:chgData name="Sofiene Ait-Amrouche" userId="6b7a17ac00842fbb" providerId="LiveId" clId="{C22E05AE-62A8-4AA0-80C5-AE9DB8AA01E8}" dt="2026-01-12T17:54:30.913" v="1540" actId="1076"/>
          <ac:spMkLst>
            <pc:docMk/>
            <pc:sldMk cId="2918093749" sldId="279"/>
            <ac:spMk id="3" creationId="{3B2FBAEE-8373-4A5A-ADEC-E70C63E16597}"/>
          </ac:spMkLst>
        </pc:spChg>
        <pc:spChg chg="add del">
          <ac:chgData name="Sofiene Ait-Amrouche" userId="6b7a17ac00842fbb" providerId="LiveId" clId="{C22E05AE-62A8-4AA0-80C5-AE9DB8AA01E8}" dt="2026-01-12T17:53:19.679" v="1509" actId="26606"/>
          <ac:spMkLst>
            <pc:docMk/>
            <pc:sldMk cId="2918093749" sldId="279"/>
            <ac:spMk id="10" creationId="{C1DD1A8A-57D5-4A81-AD04-532B043C5611}"/>
          </ac:spMkLst>
        </pc:spChg>
        <pc:spChg chg="add del">
          <ac:chgData name="Sofiene Ait-Amrouche" userId="6b7a17ac00842fbb" providerId="LiveId" clId="{C22E05AE-62A8-4AA0-80C5-AE9DB8AA01E8}" dt="2026-01-12T17:53:19.679" v="1509" actId="26606"/>
          <ac:spMkLst>
            <pc:docMk/>
            <pc:sldMk cId="2918093749" sldId="279"/>
            <ac:spMk id="12" creationId="{007891EC-4501-44ED-A8C8-B11B6DB767AB}"/>
          </ac:spMkLst>
        </pc:spChg>
        <pc:spChg chg="add">
          <ac:chgData name="Sofiene Ait-Amrouche" userId="6b7a17ac00842fbb" providerId="LiveId" clId="{C22E05AE-62A8-4AA0-80C5-AE9DB8AA01E8}" dt="2026-01-12T17:53:19.711" v="1510" actId="26606"/>
          <ac:spMkLst>
            <pc:docMk/>
            <pc:sldMk cId="2918093749" sldId="279"/>
            <ac:spMk id="14" creationId="{71B2258F-86CA-4D4D-8270-BC05FCDEBFB3}"/>
          </ac:spMkLst>
        </pc:spChg>
        <pc:picChg chg="add mod ord">
          <ac:chgData name="Sofiene Ait-Amrouche" userId="6b7a17ac00842fbb" providerId="LiveId" clId="{C22E05AE-62A8-4AA0-80C5-AE9DB8AA01E8}" dt="2026-01-12T17:53:27.587" v="1513" actId="1076"/>
          <ac:picMkLst>
            <pc:docMk/>
            <pc:sldMk cId="2918093749" sldId="279"/>
            <ac:picMk id="5" creationId="{85F56030-6587-448F-9605-D13EFB98BAE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9E7247-3EB3-4FBE-980C-04F32776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142BA50-8919-4EEE-8498-9712087D8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846CD1-90CF-4B7F-ABA9-F4ECA7DDB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E191-E053-4C2C-B69D-E2BFF952C5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D96206-D221-4BA7-9552-368D9B219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70BBF8-E464-4F70-9CFD-43A8F3FC2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0026-7A5F-4287-8E80-2614F5D29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377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B057A1-2358-4AE9-88CB-A45AA6D4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6693B0-5C2D-427A-AF07-435B35FA3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DF8394-7736-4D4E-BD7B-6CDA6F55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E191-E053-4C2C-B69D-E2BFF952C5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B59CFB-CAD1-4C46-9103-6717B9CC1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43137-7175-4402-AC21-7986AECD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0026-7A5F-4287-8E80-2614F5D29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1873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E52A4A-46F8-4AE2-9D66-C0B0435C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8627C0-CB91-444D-BC78-6C607CAC0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368DA0-314C-46F6-B23F-B8E3BA64B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E191-E053-4C2C-B69D-E2BFF952C5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69E300-A349-4FD1-A26D-886618908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144BE9-3074-4260-84B6-123369BE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0026-7A5F-4287-8E80-2614F5D29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817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079616-9FEC-4DA2-BF20-B1412AB71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E86782-033A-488D-8A4B-2DBFADD98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00D33F3-28B2-4002-96ED-B4202D15C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2A030B-38DF-49D1-9B2A-E1BF7E15A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E191-E053-4C2C-B69D-E2BFF952C5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8DBB60D-D3CF-4BAA-A492-E3550E8A0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2F5C0D-1E55-43E4-BE3A-D36508AF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0026-7A5F-4287-8E80-2614F5D29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961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46E15C-9AFF-4764-8412-BB61B6018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F4709A-8D69-40A6-A5FD-2935F20F3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F3CEBA-A381-4366-84EE-EAD5BC822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0FE3287-BA3F-4B43-BD5D-C794B1032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C2F9C5D-2E65-427F-B5D9-24F6EB829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93EE98C-EE50-4CE3-9698-43C756685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E191-E053-4C2C-B69D-E2BFF952C5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70EA393-8705-4E6E-B52E-1C972E5A9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A83E8CC-83B2-4F51-B0AC-EB568E0BC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0026-7A5F-4287-8E80-2614F5D29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00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C046BC-B8A2-44D5-9380-1A7E4789A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C00C829-3CE7-42EC-8524-35A3A920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E191-E053-4C2C-B69D-E2BFF952C5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5811B5-1937-434F-B352-286AD979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C94A1B-BF31-4C62-AF67-0F010B11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0026-7A5F-4287-8E80-2614F5D29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43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E54EFC7-A72C-43B3-B7CF-9E20A79A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E191-E053-4C2C-B69D-E2BFF952C5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0D2BC38-0FBE-402D-8519-292D9A4E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83158F-AA71-4EF6-B6F0-6B1109D9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0026-7A5F-4287-8E80-2614F5D29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3318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57C324-2E22-4852-8B08-F442BB832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F1D440-6E65-478E-AED1-94CD38D60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5B846CB-199B-4C4E-B767-EAF18B121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94B3CC-72FF-4F65-BE18-C3E7F18DC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E191-E053-4C2C-B69D-E2BFF952C5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E3487A-D2A8-4627-B551-90FD56B06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A65BCA-4A67-4906-A50B-722E8510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0026-7A5F-4287-8E80-2614F5D29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6923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DAC22B-2C24-430C-9F80-6879919BF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AF20AAC-AC36-49E0-AB2A-DE3508135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221877-3684-4DF8-AAD4-1EADFA4A5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72351F1-F657-4037-A221-DCA6C309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E191-E053-4C2C-B69D-E2BFF952C5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D08073-4BCD-4BBE-BE07-8C887FE67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0D5946-017F-4C69-9ED3-61B5966A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0026-7A5F-4287-8E80-2614F5D29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05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C6878A-ECF1-443F-BE7F-3433BDFA0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7EC91A-1BF7-40A3-84FD-5B0055ED6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452002-6533-4B99-9D08-9C73DB162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E191-E053-4C2C-B69D-E2BFF952C5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698B41-FEE8-4EB3-BD5E-865302ED7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E40016-4B1C-4784-AD0E-DEAEEC379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0026-7A5F-4287-8E80-2614F5D29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242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BCF5E07-2CB6-48B9-AF7A-E6080B3C5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5EC97BA-2469-47F7-8FAB-4A22F87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1CB983-114C-4B53-84B5-9CA8B163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E191-E053-4C2C-B69D-E2BFF952C5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9D841A-6053-40B3-AB2C-34743B07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F2F0C2-34B4-43DB-BFD2-A1E40EA3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0026-7A5F-4287-8E80-2614F5D29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519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74FC351-EFCD-4AE7-9C97-116B1104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C67120-7F87-4F43-8E7F-6EB44CF9F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1A942B-D7B0-4ACF-8B2D-398C4E14D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6E191-E053-4C2C-B69D-E2BFF952C5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9A647E-0401-4A93-A79F-317906BCB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7653D5-01C5-4DC9-AD90-0FBCC44A5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10026-7A5F-4287-8E80-2614F5D29A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670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85F56030-6587-448F-9605-D13EFB98BA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8CF5C18-5852-462F-8E6D-C8397D69E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" y="907023"/>
            <a:ext cx="6145196" cy="2900518"/>
          </a:xfrm>
        </p:spPr>
        <p:txBody>
          <a:bodyPr>
            <a:noAutofit/>
          </a:bodyPr>
          <a:lstStyle/>
          <a:p>
            <a:r>
              <a:rPr lang="fr-FR" sz="4800" b="1" u="sng" dirty="0">
                <a:solidFill>
                  <a:srgbClr val="FFFFFF"/>
                </a:solidFill>
              </a:rPr>
              <a:t>Projet Technique de Programmation:</a:t>
            </a:r>
            <a:br>
              <a:rPr lang="fr-FR" sz="4800" dirty="0">
                <a:solidFill>
                  <a:srgbClr val="FFFFFF"/>
                </a:solidFill>
              </a:rPr>
            </a:br>
            <a:r>
              <a:rPr lang="fr-FR" sz="4800" dirty="0" err="1">
                <a:solidFill>
                  <a:srgbClr val="FFFFFF"/>
                </a:solidFill>
              </a:rPr>
              <a:t>LinkedIN</a:t>
            </a:r>
            <a:r>
              <a:rPr lang="fr-FR" sz="4800" dirty="0">
                <a:solidFill>
                  <a:srgbClr val="FFFFFF"/>
                </a:solidFill>
              </a:rPr>
              <a:t> Match Scorer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2FBAEE-8373-4A5A-ADEC-E70C63E16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00" y="4439964"/>
            <a:ext cx="6766560" cy="1785612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FFFF"/>
                </a:solidFill>
              </a:rPr>
              <a:t>AIT AMROUCHE Sofiene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FFFF"/>
                </a:solidFill>
              </a:rPr>
              <a:t>DIB Adel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FFFF"/>
                </a:solidFill>
              </a:rPr>
              <a:t>YENER </a:t>
            </a:r>
            <a:r>
              <a:rPr lang="fr-FR" dirty="0" err="1">
                <a:solidFill>
                  <a:srgbClr val="FFFFFF"/>
                </a:solidFill>
              </a:rPr>
              <a:t>Dogukan</a:t>
            </a:r>
            <a:endParaRPr lang="fr-FR" dirty="0">
              <a:solidFill>
                <a:srgbClr val="FFFFFF"/>
              </a:solidFill>
            </a:endParaRPr>
          </a:p>
          <a:p>
            <a:endParaRPr lang="fr-FR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093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5B04317-BBE9-436A-9F92-BCF7DD8E9348}"/>
              </a:ext>
            </a:extLst>
          </p:cNvPr>
          <p:cNvSpPr txBox="1"/>
          <p:nvPr/>
        </p:nvSpPr>
        <p:spPr>
          <a:xfrm>
            <a:off x="972152" y="1626669"/>
            <a:ext cx="530352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FFFFFF"/>
                </a:solidFill>
              </a:rPr>
              <a:t>I. </a:t>
            </a:r>
            <a:r>
              <a:rPr lang="en-US" sz="2000" dirty="0" err="1">
                <a:solidFill>
                  <a:srgbClr val="FFFFFF"/>
                </a:solidFill>
              </a:rPr>
              <a:t>Pourquoi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ce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projet</a:t>
            </a:r>
            <a:r>
              <a:rPr lang="en-US" sz="2000" dirty="0">
                <a:solidFill>
                  <a:srgbClr val="FFFFFF"/>
                </a:solidFill>
              </a:rPr>
              <a:t> ?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FFFFFF"/>
                </a:solidFill>
              </a:rPr>
              <a:t>	1. Un </a:t>
            </a:r>
            <a:r>
              <a:rPr lang="en-US" sz="2000" dirty="0" err="1">
                <a:solidFill>
                  <a:srgbClr val="FFFFFF"/>
                </a:solidFill>
              </a:rPr>
              <a:t>problème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étudiant</a:t>
            </a:r>
            <a:endParaRPr lang="en-US" sz="20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FFFFFF"/>
                </a:solidFill>
              </a:rPr>
              <a:t>	2. Une solution </a:t>
            </a:r>
            <a:r>
              <a:rPr lang="en-US" sz="2000" dirty="0" err="1">
                <a:solidFill>
                  <a:srgbClr val="FFFFFF"/>
                </a:solidFill>
              </a:rPr>
              <a:t>proposée</a:t>
            </a:r>
            <a:endParaRPr lang="en-US" sz="20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FFFFFF"/>
                </a:solidFill>
              </a:rPr>
              <a:t>II. Que fait </a:t>
            </a:r>
            <a:r>
              <a:rPr lang="en-US" sz="2000" dirty="0" err="1">
                <a:solidFill>
                  <a:srgbClr val="FFFFFF"/>
                </a:solidFill>
              </a:rPr>
              <a:t>notre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programme</a:t>
            </a:r>
            <a:endParaRPr lang="en-US" sz="20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FFFFFF"/>
                </a:solidFill>
              </a:rPr>
              <a:t>	1.  </a:t>
            </a:r>
            <a:r>
              <a:rPr lang="en-US" sz="2000" dirty="0" err="1">
                <a:solidFill>
                  <a:srgbClr val="FFFFFF"/>
                </a:solidFill>
              </a:rPr>
              <a:t>Parcours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utilisateur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FFFFFF"/>
                </a:solidFill>
              </a:rPr>
              <a:t>	2.  </a:t>
            </a:r>
            <a:r>
              <a:rPr lang="en-US" sz="2000" dirty="0" err="1">
                <a:solidFill>
                  <a:srgbClr val="FFFFFF"/>
                </a:solidFill>
              </a:rPr>
              <a:t>Résultats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FFFFFF"/>
                </a:solidFill>
              </a:rPr>
              <a:t>	3.  </a:t>
            </a:r>
            <a:r>
              <a:rPr lang="en-US" sz="2000" dirty="0" err="1">
                <a:solidFill>
                  <a:srgbClr val="FFFFFF"/>
                </a:solidFill>
              </a:rPr>
              <a:t>Défis</a:t>
            </a:r>
            <a:r>
              <a:rPr lang="en-US" sz="2000" dirty="0">
                <a:solidFill>
                  <a:srgbClr val="FFFFFF"/>
                </a:solidFill>
              </a:rPr>
              <a:t> et </a:t>
            </a:r>
            <a:r>
              <a:rPr lang="en-US" sz="2000" dirty="0" err="1">
                <a:solidFill>
                  <a:srgbClr val="FFFFFF"/>
                </a:solidFill>
              </a:rPr>
              <a:t>problèmes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rencontrées</a:t>
            </a:r>
            <a:endParaRPr lang="en-US" sz="20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FFFFFF"/>
                </a:solidFill>
              </a:rPr>
              <a:t>III. Architecture du code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FFFFFF"/>
                </a:solidFill>
              </a:rPr>
              <a:t>	1.  </a:t>
            </a:r>
            <a:r>
              <a:rPr lang="en-US" sz="2000" dirty="0" err="1">
                <a:solidFill>
                  <a:srgbClr val="FFFFFF"/>
                </a:solidFill>
              </a:rPr>
              <a:t>Prétraitement</a:t>
            </a:r>
            <a:r>
              <a:rPr lang="en-US" sz="2000" dirty="0">
                <a:solidFill>
                  <a:srgbClr val="FFFFFF"/>
                </a:solidFill>
              </a:rPr>
              <a:t> du </a:t>
            </a:r>
            <a:r>
              <a:rPr lang="en-US" sz="2000" dirty="0" err="1">
                <a:solidFill>
                  <a:srgbClr val="FFFFFF"/>
                </a:solidFill>
              </a:rPr>
              <a:t>texte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FFFFFF"/>
                </a:solidFill>
              </a:rPr>
              <a:t>	2.  Matching &amp; IA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FFFFFF"/>
                </a:solidFill>
              </a:rPr>
              <a:t>	3.  </a:t>
            </a:r>
            <a:r>
              <a:rPr lang="en-US" sz="2000" dirty="0" err="1">
                <a:solidFill>
                  <a:srgbClr val="FFFFFF"/>
                </a:solidFill>
              </a:rPr>
              <a:t>Création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d’une</a:t>
            </a:r>
            <a:r>
              <a:rPr lang="en-US" sz="2000" dirty="0">
                <a:solidFill>
                  <a:srgbClr val="FFFFFF"/>
                </a:solidFill>
              </a:rPr>
              <a:t> interface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FFFFFF"/>
                </a:solidFill>
              </a:rPr>
              <a:t>	4.  Conclusion</a:t>
            </a:r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810D1CB-7A5E-4BEC-9EEE-D1B526E9A0AD}"/>
              </a:ext>
            </a:extLst>
          </p:cNvPr>
          <p:cNvSpPr txBox="1"/>
          <p:nvPr/>
        </p:nvSpPr>
        <p:spPr>
          <a:xfrm>
            <a:off x="2117557" y="542389"/>
            <a:ext cx="22601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>
                    <a:lumMod val="95000"/>
                  </a:schemeClr>
                </a:solidFill>
              </a:rPr>
              <a:t>Sommaire:</a:t>
            </a:r>
          </a:p>
        </p:txBody>
      </p:sp>
    </p:spTree>
    <p:extLst>
      <p:ext uri="{BB962C8B-B14F-4D97-AF65-F5344CB8AC3E}">
        <p14:creationId xmlns:p14="http://schemas.microsoft.com/office/powerpoint/2010/main" val="1147941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99E5680-672C-468A-AC24-7CDA5D16A718}"/>
              </a:ext>
            </a:extLst>
          </p:cNvPr>
          <p:cNvSpPr txBox="1"/>
          <p:nvPr/>
        </p:nvSpPr>
        <p:spPr>
          <a:xfrm>
            <a:off x="606391" y="471637"/>
            <a:ext cx="46682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Un problème rencontrée par beaucoup d’étudiants: </a:t>
            </a:r>
            <a:endParaRPr lang="fr-FR" sz="3200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449E77D-1976-44E2-8F72-014725915ED4}"/>
              </a:ext>
            </a:extLst>
          </p:cNvPr>
          <p:cNvSpPr txBox="1"/>
          <p:nvPr/>
        </p:nvSpPr>
        <p:spPr>
          <a:xfrm>
            <a:off x="606391" y="2478928"/>
            <a:ext cx="53708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Beaucoup de candidatures, peu de réponses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Annonces contenant des mots-clés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Comprendre l’écart Profil/Annonce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5CE002C-049C-4B30-924E-4A582C018EAB}"/>
              </a:ext>
            </a:extLst>
          </p:cNvPr>
          <p:cNvSpPr txBox="1"/>
          <p:nvPr/>
        </p:nvSpPr>
        <p:spPr>
          <a:xfrm>
            <a:off x="1337911" y="4681835"/>
            <a:ext cx="450462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>
                <a:solidFill>
                  <a:schemeClr val="bg1">
                    <a:lumMod val="95000"/>
                  </a:schemeClr>
                </a:solidFill>
              </a:rPr>
              <a:t>« Comment un candidat peut-il évaluer la compatibilité de son profil LinkedIn avec une offre d’emploi avant de postuler ? »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0840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663F19C-DC8A-4B98-8A30-A8E780FA09B7}"/>
              </a:ext>
            </a:extLst>
          </p:cNvPr>
          <p:cNvSpPr txBox="1"/>
          <p:nvPr/>
        </p:nvSpPr>
        <p:spPr>
          <a:xfrm>
            <a:off x="510139" y="381802"/>
            <a:ext cx="47741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>
                <a:solidFill>
                  <a:schemeClr val="bg1">
                    <a:lumMod val="95000"/>
                  </a:schemeClr>
                </a:solidFill>
              </a:rPr>
              <a:t>Une solution à ce problème: </a:t>
            </a:r>
            <a:r>
              <a:rPr lang="fr-FR" sz="2800" dirty="0" err="1">
                <a:solidFill>
                  <a:schemeClr val="bg1">
                    <a:lumMod val="95000"/>
                  </a:schemeClr>
                </a:solidFill>
              </a:rPr>
              <a:t>Linkedin</a:t>
            </a:r>
            <a:r>
              <a:rPr lang="fr-FR" sz="2800" dirty="0">
                <a:solidFill>
                  <a:schemeClr val="bg1">
                    <a:lumMod val="95000"/>
                  </a:schemeClr>
                </a:solidFill>
              </a:rPr>
              <a:t> Match Scorer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63A1CB6-2558-4370-A423-6C59AC86E6A7}"/>
              </a:ext>
            </a:extLst>
          </p:cNvPr>
          <p:cNvSpPr txBox="1"/>
          <p:nvPr/>
        </p:nvSpPr>
        <p:spPr>
          <a:xfrm>
            <a:off x="442762" y="2127183"/>
            <a:ext cx="697831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0">
              <a:buNone/>
            </a:pPr>
            <a:r>
              <a:rPr lang="fr-FR" sz="2000" u="sng" dirty="0">
                <a:solidFill>
                  <a:srgbClr val="FFFFFF"/>
                </a:solidFill>
              </a:rPr>
              <a:t>3 Objectifs:</a:t>
            </a:r>
          </a:p>
          <a:p>
            <a:pPr marL="457200" lvl="1" indent="0">
              <a:buNone/>
            </a:pPr>
            <a:endParaRPr lang="fr-FR" sz="2000" dirty="0">
              <a:solidFill>
                <a:srgbClr val="FFFFFF"/>
              </a:solidFill>
            </a:endParaRPr>
          </a:p>
          <a:p>
            <a:r>
              <a:rPr lang="fr-FR" sz="2000" dirty="0">
                <a:solidFill>
                  <a:srgbClr val="FFFFFF"/>
                </a:solidFill>
              </a:rPr>
              <a:t>Analyse des données du compte LinkedIn</a:t>
            </a:r>
          </a:p>
          <a:p>
            <a:r>
              <a:rPr lang="fr-FR" sz="2000" dirty="0">
                <a:solidFill>
                  <a:srgbClr val="FFFFFF"/>
                </a:solidFill>
              </a:rPr>
              <a:t>Comparaison à offre d’emploi</a:t>
            </a:r>
          </a:p>
          <a:p>
            <a:r>
              <a:rPr lang="fr-FR" sz="2000" dirty="0">
                <a:solidFill>
                  <a:srgbClr val="FFFFFF"/>
                </a:solidFill>
              </a:rPr>
              <a:t>Score de comptabilité </a:t>
            </a:r>
          </a:p>
          <a:p>
            <a:endParaRPr lang="fr-FR" sz="2000" dirty="0">
              <a:solidFill>
                <a:srgbClr val="FFFFFF"/>
              </a:solidFill>
            </a:endParaRPr>
          </a:p>
          <a:p>
            <a:r>
              <a:rPr lang="fr-FR" sz="2000" dirty="0">
                <a:solidFill>
                  <a:srgbClr val="FFFFFF"/>
                </a:solidFill>
              </a:rPr>
              <a:t>        </a:t>
            </a:r>
            <a:r>
              <a:rPr lang="fr-FR" sz="2000" u="sng" dirty="0">
                <a:solidFill>
                  <a:srgbClr val="FFFFFF"/>
                </a:solidFill>
              </a:rPr>
              <a:t>Différents outils: </a:t>
            </a:r>
          </a:p>
          <a:p>
            <a:endParaRPr lang="fr-FR" sz="2000" dirty="0">
              <a:solidFill>
                <a:srgbClr val="FFFFFF"/>
              </a:solidFill>
            </a:endParaRPr>
          </a:p>
          <a:p>
            <a:r>
              <a:rPr lang="fr-FR" sz="2000" dirty="0">
                <a:solidFill>
                  <a:srgbClr val="FFFFFF"/>
                </a:solidFill>
              </a:rPr>
              <a:t>Traitement de données </a:t>
            </a:r>
          </a:p>
          <a:p>
            <a:r>
              <a:rPr lang="fr-FR" sz="2000" dirty="0">
                <a:solidFill>
                  <a:srgbClr val="FFFFFF"/>
                </a:solidFill>
              </a:rPr>
              <a:t>Analyse de texte </a:t>
            </a:r>
          </a:p>
          <a:p>
            <a:r>
              <a:rPr lang="fr-FR" sz="2000" dirty="0">
                <a:solidFill>
                  <a:srgbClr val="FFFFFF"/>
                </a:solidFill>
              </a:rPr>
              <a:t>IA Appliqué</a:t>
            </a:r>
          </a:p>
          <a:p>
            <a:endParaRPr lang="fr-FR" sz="2000" dirty="0">
              <a:solidFill>
                <a:srgbClr val="FFFFFF"/>
              </a:solidFill>
            </a:endParaRPr>
          </a:p>
          <a:p>
            <a:endParaRPr lang="fr-FR" sz="2000" dirty="0">
              <a:solidFill>
                <a:srgbClr val="FFFFFF"/>
              </a:solidFill>
            </a:endParaRPr>
          </a:p>
          <a:p>
            <a:pPr marL="457200" lvl="1" indent="0">
              <a:buNone/>
            </a:pPr>
            <a:endParaRPr lang="fr-FR" sz="2000" dirty="0">
              <a:solidFill>
                <a:srgbClr val="FFFFFF"/>
              </a:solidFill>
            </a:endParaRPr>
          </a:p>
          <a:p>
            <a:pPr lvl="1"/>
            <a:endParaRPr lang="fr-FR" sz="2000" dirty="0">
              <a:solidFill>
                <a:srgbClr val="FFFFFF"/>
              </a:solidFill>
            </a:endParaRP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019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pic>
        <p:nvPicPr>
          <p:cNvPr id="6" name="Image 5" descr="Une image contenant texte, capture d’écran, logiciel, Logiciel multimédia&#10;&#10;Description générée automatiquement">
            <a:extLst>
              <a:ext uri="{FF2B5EF4-FFF2-40B4-BE49-F238E27FC236}">
                <a16:creationId xmlns:a16="http://schemas.microsoft.com/office/drawing/2014/main" id="{8B8B2731-23E2-4B15-BE28-3FC89E438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58" y="1980240"/>
            <a:ext cx="5951718" cy="443018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31F1053-8A95-4017-B69A-310D03AA7086}"/>
              </a:ext>
            </a:extLst>
          </p:cNvPr>
          <p:cNvSpPr txBox="1"/>
          <p:nvPr/>
        </p:nvSpPr>
        <p:spPr>
          <a:xfrm>
            <a:off x="771090" y="750573"/>
            <a:ext cx="46199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Import des données CSV:  </a:t>
            </a:r>
          </a:p>
        </p:txBody>
      </p:sp>
    </p:spTree>
    <p:extLst>
      <p:ext uri="{BB962C8B-B14F-4D97-AF65-F5344CB8AC3E}">
        <p14:creationId xmlns:p14="http://schemas.microsoft.com/office/powerpoint/2010/main" val="1897212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138A75C-1D16-4F2B-B15B-C47E2E4835F9}"/>
              </a:ext>
            </a:extLst>
          </p:cNvPr>
          <p:cNvSpPr txBox="1"/>
          <p:nvPr/>
        </p:nvSpPr>
        <p:spPr>
          <a:xfrm>
            <a:off x="731519" y="702643"/>
            <a:ext cx="39571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Analyse des données: </a:t>
            </a:r>
          </a:p>
        </p:txBody>
      </p:sp>
      <p:pic>
        <p:nvPicPr>
          <p:cNvPr id="5" name="Image 4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655AC27E-E908-447F-8A18-0BD7EFE1C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65" y="1990060"/>
            <a:ext cx="5986911" cy="442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4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C10BAE8-72D1-4617-8C79-A993D2934499}"/>
              </a:ext>
            </a:extLst>
          </p:cNvPr>
          <p:cNvSpPr txBox="1"/>
          <p:nvPr/>
        </p:nvSpPr>
        <p:spPr>
          <a:xfrm>
            <a:off x="1020278" y="885524"/>
            <a:ext cx="37330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Recherche d’emploi: </a:t>
            </a:r>
          </a:p>
        </p:txBody>
      </p:sp>
      <p:pic>
        <p:nvPicPr>
          <p:cNvPr id="4" name="Image 3" descr="Une image contenant texte, capture d’écran, logiciel, Logiciel multimédia&#10;&#10;Description générée automatiquement">
            <a:extLst>
              <a:ext uri="{FF2B5EF4-FFF2-40B4-BE49-F238E27FC236}">
                <a16:creationId xmlns:a16="http://schemas.microsoft.com/office/drawing/2014/main" id="{4A7D221F-7BA5-405F-91ED-C3EC0D29F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65" y="1990060"/>
            <a:ext cx="5986911" cy="445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345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321F7EA-3738-463F-86AC-7B7FF8418E6D}"/>
              </a:ext>
            </a:extLst>
          </p:cNvPr>
          <p:cNvSpPr txBox="1"/>
          <p:nvPr/>
        </p:nvSpPr>
        <p:spPr>
          <a:xfrm>
            <a:off x="961457" y="829911"/>
            <a:ext cx="3225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Job Match Scorer:</a:t>
            </a:r>
          </a:p>
        </p:txBody>
      </p:sp>
      <p:pic>
        <p:nvPicPr>
          <p:cNvPr id="6" name="Image 5" descr="Une image contenant texte, capture d’écran, logiciel, Logiciel multimédia&#10;&#10;Description générée automatiquement">
            <a:extLst>
              <a:ext uri="{FF2B5EF4-FFF2-40B4-BE49-F238E27FC236}">
                <a16:creationId xmlns:a16="http://schemas.microsoft.com/office/drawing/2014/main" id="{AEF8CA36-635C-4184-B054-9B086A81B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66" y="1990060"/>
            <a:ext cx="5986910" cy="455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791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B327650-67D8-4B62-9875-0515C2358F83}"/>
              </a:ext>
            </a:extLst>
          </p:cNvPr>
          <p:cNvSpPr txBox="1"/>
          <p:nvPr/>
        </p:nvSpPr>
        <p:spPr>
          <a:xfrm>
            <a:off x="375921" y="731520"/>
            <a:ext cx="5120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Différentes </a:t>
            </a:r>
            <a:r>
              <a:rPr lang="fr-FR" sz="3200" b="1" dirty="0" err="1">
                <a:solidFill>
                  <a:schemeClr val="bg1">
                    <a:lumMod val="95000"/>
                  </a:schemeClr>
                </a:solidFill>
              </a:rPr>
              <a:t>difficultées</a:t>
            </a:r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 rencontrées :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B6172CF-4853-4F3D-AB4D-1662D62E551B}"/>
              </a:ext>
            </a:extLst>
          </p:cNvPr>
          <p:cNvSpPr txBox="1"/>
          <p:nvPr/>
        </p:nvSpPr>
        <p:spPr>
          <a:xfrm>
            <a:off x="1222409" y="2540257"/>
            <a:ext cx="466698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bg1">
                    <a:lumMod val="95000"/>
                  </a:schemeClr>
                </a:solidFill>
              </a:rPr>
              <a:t>Données </a:t>
            </a:r>
            <a:r>
              <a:rPr lang="fr-FR" sz="2400" dirty="0" err="1">
                <a:solidFill>
                  <a:schemeClr val="bg1">
                    <a:lumMod val="95000"/>
                  </a:schemeClr>
                </a:solidFill>
              </a:rPr>
              <a:t>LinkedIN</a:t>
            </a:r>
            <a:r>
              <a:rPr lang="fr-FR" sz="2400" dirty="0">
                <a:solidFill>
                  <a:schemeClr val="bg1">
                    <a:lumMod val="95000"/>
                  </a:schemeClr>
                </a:solidFill>
              </a:rPr>
              <a:t> hétérogènes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bg1">
                    <a:lumMod val="95000"/>
                  </a:schemeClr>
                </a:solidFill>
              </a:rPr>
              <a:t>Texte bruité et bilingue (FR/EN)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 err="1">
                <a:solidFill>
                  <a:schemeClr val="bg1">
                    <a:lumMod val="95000"/>
                  </a:schemeClr>
                </a:solidFill>
              </a:rPr>
              <a:t>Selection</a:t>
            </a:r>
            <a:r>
              <a:rPr lang="fr-FR" sz="2400" dirty="0">
                <a:solidFill>
                  <a:schemeClr val="bg1">
                    <a:lumMod val="95000"/>
                  </a:schemeClr>
                </a:solidFill>
              </a:rPr>
              <a:t> de mots clés pertinents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bg1">
                    <a:lumMod val="95000"/>
                  </a:schemeClr>
                </a:solidFill>
              </a:rPr>
              <a:t>Construction d’un score lisible</a:t>
            </a:r>
          </a:p>
        </p:txBody>
      </p:sp>
    </p:spTree>
    <p:extLst>
      <p:ext uri="{BB962C8B-B14F-4D97-AF65-F5344CB8AC3E}">
        <p14:creationId xmlns:p14="http://schemas.microsoft.com/office/powerpoint/2010/main" val="2551764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17B77BA-B75B-4769-908B-DAAEACB7EC18}"/>
              </a:ext>
            </a:extLst>
          </p:cNvPr>
          <p:cNvSpPr txBox="1"/>
          <p:nvPr/>
        </p:nvSpPr>
        <p:spPr>
          <a:xfrm>
            <a:off x="895149" y="577515"/>
            <a:ext cx="4013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>
                    <a:lumMod val="95000"/>
                  </a:schemeClr>
                </a:solidFill>
              </a:rPr>
              <a:t>Explication du code: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0B9232-23B0-4746-B2FC-71971BD2A835}"/>
              </a:ext>
            </a:extLst>
          </p:cNvPr>
          <p:cNvSpPr txBox="1"/>
          <p:nvPr/>
        </p:nvSpPr>
        <p:spPr>
          <a:xfrm>
            <a:off x="182880" y="1801360"/>
            <a:ext cx="5734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u="sng" dirty="0">
                <a:solidFill>
                  <a:schemeClr val="bg1">
                    <a:lumMod val="95000"/>
                  </a:schemeClr>
                </a:solidFill>
              </a:rPr>
              <a:t>1</a:t>
            </a:r>
            <a:r>
              <a:rPr lang="fr-FR" sz="2400" u="sng" baseline="30000" dirty="0">
                <a:solidFill>
                  <a:schemeClr val="bg1">
                    <a:lumMod val="95000"/>
                  </a:schemeClr>
                </a:solidFill>
              </a:rPr>
              <a:t>ère</a:t>
            </a:r>
            <a:r>
              <a:rPr lang="fr-FR" sz="2400" u="sng" dirty="0">
                <a:solidFill>
                  <a:schemeClr val="bg1">
                    <a:lumMod val="95000"/>
                  </a:schemeClr>
                </a:solidFill>
              </a:rPr>
              <a:t> brique:  Gestion des données LinkedIn:</a:t>
            </a:r>
          </a:p>
        </p:txBody>
      </p:sp>
      <p:pic>
        <p:nvPicPr>
          <p:cNvPr id="6" name="Image 5" descr="Une image contenant texte, capture d’écran, logiciel, Police&#10;&#10;Description générée automatiquement">
            <a:extLst>
              <a:ext uri="{FF2B5EF4-FFF2-40B4-BE49-F238E27FC236}">
                <a16:creationId xmlns:a16="http://schemas.microsoft.com/office/drawing/2014/main" id="{CE0DDC8A-EB6B-402D-904F-EB0A9053D7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49" y="2747495"/>
            <a:ext cx="5232669" cy="362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20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17B77BA-B75B-4769-908B-DAAEACB7EC18}"/>
              </a:ext>
            </a:extLst>
          </p:cNvPr>
          <p:cNvSpPr txBox="1"/>
          <p:nvPr/>
        </p:nvSpPr>
        <p:spPr>
          <a:xfrm>
            <a:off x="895149" y="577515"/>
            <a:ext cx="4013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>
                    <a:lumMod val="95000"/>
                  </a:schemeClr>
                </a:solidFill>
              </a:rPr>
              <a:t>Explication du code: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0B9232-23B0-4746-B2FC-71971BD2A835}"/>
              </a:ext>
            </a:extLst>
          </p:cNvPr>
          <p:cNvSpPr txBox="1"/>
          <p:nvPr/>
        </p:nvSpPr>
        <p:spPr>
          <a:xfrm>
            <a:off x="182880" y="1801360"/>
            <a:ext cx="4743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u="sng" dirty="0">
                <a:solidFill>
                  <a:schemeClr val="bg1">
                    <a:lumMod val="95000"/>
                  </a:schemeClr>
                </a:solidFill>
              </a:rPr>
              <a:t>2</a:t>
            </a:r>
            <a:r>
              <a:rPr lang="fr-FR" sz="2400" u="sng" baseline="30000" dirty="0">
                <a:solidFill>
                  <a:schemeClr val="bg1">
                    <a:lumMod val="95000"/>
                  </a:schemeClr>
                </a:solidFill>
              </a:rPr>
              <a:t>ème</a:t>
            </a:r>
            <a:r>
              <a:rPr lang="fr-FR" sz="2400" u="sng" dirty="0">
                <a:solidFill>
                  <a:schemeClr val="bg1">
                    <a:lumMod val="95000"/>
                  </a:schemeClr>
                </a:solidFill>
              </a:rPr>
              <a:t> brique:  Prétraitement du texte:</a:t>
            </a:r>
          </a:p>
        </p:txBody>
      </p:sp>
      <p:pic>
        <p:nvPicPr>
          <p:cNvPr id="7" name="Image 6" descr="Une image contenant texte, capture d’écran&#10;&#10;Description générée automatiquement">
            <a:extLst>
              <a:ext uri="{FF2B5EF4-FFF2-40B4-BE49-F238E27FC236}">
                <a16:creationId xmlns:a16="http://schemas.microsoft.com/office/drawing/2014/main" id="{7D49B960-AED9-4D8B-9F57-5ACD0D2C1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016" y="2860626"/>
            <a:ext cx="6061095" cy="346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733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17B77BA-B75B-4769-908B-DAAEACB7EC18}"/>
              </a:ext>
            </a:extLst>
          </p:cNvPr>
          <p:cNvSpPr txBox="1"/>
          <p:nvPr/>
        </p:nvSpPr>
        <p:spPr>
          <a:xfrm>
            <a:off x="895149" y="577515"/>
            <a:ext cx="4013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>
                    <a:lumMod val="95000"/>
                  </a:schemeClr>
                </a:solidFill>
              </a:rPr>
              <a:t>Explication du code: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0B9232-23B0-4746-B2FC-71971BD2A835}"/>
              </a:ext>
            </a:extLst>
          </p:cNvPr>
          <p:cNvSpPr txBox="1"/>
          <p:nvPr/>
        </p:nvSpPr>
        <p:spPr>
          <a:xfrm>
            <a:off x="182880" y="1801360"/>
            <a:ext cx="3459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u="sng" dirty="0">
                <a:solidFill>
                  <a:schemeClr val="bg1">
                    <a:lumMod val="95000"/>
                  </a:schemeClr>
                </a:solidFill>
              </a:rPr>
              <a:t>3</a:t>
            </a:r>
            <a:r>
              <a:rPr lang="fr-FR" sz="2400" u="sng" baseline="30000" dirty="0">
                <a:solidFill>
                  <a:schemeClr val="bg1">
                    <a:lumMod val="95000"/>
                  </a:schemeClr>
                </a:solidFill>
              </a:rPr>
              <a:t>ème</a:t>
            </a:r>
            <a:r>
              <a:rPr lang="fr-FR" sz="2400" u="sng" dirty="0">
                <a:solidFill>
                  <a:schemeClr val="bg1">
                    <a:lumMod val="95000"/>
                  </a:schemeClr>
                </a:solidFill>
              </a:rPr>
              <a:t> brique:  Tokenisation:</a:t>
            </a:r>
          </a:p>
        </p:txBody>
      </p:sp>
      <p:pic>
        <p:nvPicPr>
          <p:cNvPr id="6" name="Image 5" descr="Une image contenant texte, capture d’écran, logiciel&#10;&#10;Description générée automatiquement">
            <a:extLst>
              <a:ext uri="{FF2B5EF4-FFF2-40B4-BE49-F238E27FC236}">
                <a16:creationId xmlns:a16="http://schemas.microsoft.com/office/drawing/2014/main" id="{8DA57FC8-EC88-4806-9B0A-9FA6DA3E9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88" y="2878398"/>
            <a:ext cx="5796612" cy="343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74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17B77BA-B75B-4769-908B-DAAEACB7EC18}"/>
              </a:ext>
            </a:extLst>
          </p:cNvPr>
          <p:cNvSpPr txBox="1"/>
          <p:nvPr/>
        </p:nvSpPr>
        <p:spPr>
          <a:xfrm>
            <a:off x="895149" y="577515"/>
            <a:ext cx="4013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>
                    <a:lumMod val="95000"/>
                  </a:schemeClr>
                </a:solidFill>
              </a:rPr>
              <a:t>Explication du code: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0B9232-23B0-4746-B2FC-71971BD2A835}"/>
              </a:ext>
            </a:extLst>
          </p:cNvPr>
          <p:cNvSpPr txBox="1"/>
          <p:nvPr/>
        </p:nvSpPr>
        <p:spPr>
          <a:xfrm>
            <a:off x="182880" y="1801360"/>
            <a:ext cx="6114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u="sng" dirty="0">
                <a:solidFill>
                  <a:schemeClr val="bg1">
                    <a:lumMod val="95000"/>
                  </a:schemeClr>
                </a:solidFill>
              </a:rPr>
              <a:t>4</a:t>
            </a:r>
            <a:r>
              <a:rPr lang="fr-FR" sz="2400" u="sng" baseline="30000" dirty="0">
                <a:solidFill>
                  <a:schemeClr val="bg1">
                    <a:lumMod val="95000"/>
                  </a:schemeClr>
                </a:solidFill>
              </a:rPr>
              <a:t>ème</a:t>
            </a:r>
            <a:r>
              <a:rPr lang="fr-FR" sz="2400" u="sng" dirty="0">
                <a:solidFill>
                  <a:schemeClr val="bg1">
                    <a:lumMod val="95000"/>
                  </a:schemeClr>
                </a:solidFill>
              </a:rPr>
              <a:t> brique:  Calcul du score par comparaison:</a:t>
            </a:r>
          </a:p>
        </p:txBody>
      </p:sp>
      <p:pic>
        <p:nvPicPr>
          <p:cNvPr id="6" name="Image 5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DD968940-10B4-42CE-AFDA-570E5CF34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26" y="2840539"/>
            <a:ext cx="6358332" cy="352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11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17B77BA-B75B-4769-908B-DAAEACB7EC18}"/>
              </a:ext>
            </a:extLst>
          </p:cNvPr>
          <p:cNvSpPr txBox="1"/>
          <p:nvPr/>
        </p:nvSpPr>
        <p:spPr>
          <a:xfrm>
            <a:off x="895149" y="577515"/>
            <a:ext cx="4013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>
                    <a:lumMod val="95000"/>
                  </a:schemeClr>
                </a:solidFill>
              </a:rPr>
              <a:t>Explication du code: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0B9232-23B0-4746-B2FC-71971BD2A835}"/>
              </a:ext>
            </a:extLst>
          </p:cNvPr>
          <p:cNvSpPr txBox="1"/>
          <p:nvPr/>
        </p:nvSpPr>
        <p:spPr>
          <a:xfrm>
            <a:off x="182880" y="1801360"/>
            <a:ext cx="4578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u="sng" dirty="0">
                <a:solidFill>
                  <a:schemeClr val="bg1">
                    <a:lumMod val="95000"/>
                  </a:schemeClr>
                </a:solidFill>
              </a:rPr>
              <a:t>5</a:t>
            </a:r>
            <a:r>
              <a:rPr lang="fr-FR" sz="2400" u="sng" baseline="30000" dirty="0">
                <a:solidFill>
                  <a:schemeClr val="bg1">
                    <a:lumMod val="95000"/>
                  </a:schemeClr>
                </a:solidFill>
              </a:rPr>
              <a:t>ème</a:t>
            </a:r>
            <a:r>
              <a:rPr lang="fr-FR" sz="2400" u="sng" dirty="0">
                <a:solidFill>
                  <a:schemeClr val="bg1">
                    <a:lumMod val="95000"/>
                  </a:schemeClr>
                </a:solidFill>
              </a:rPr>
              <a:t> brique:  Calcul du score par IA:</a:t>
            </a:r>
          </a:p>
        </p:txBody>
      </p:sp>
      <p:pic>
        <p:nvPicPr>
          <p:cNvPr id="6" name="Image 5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012257D6-3138-4579-BF4E-5316050FE6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28" y="2383290"/>
            <a:ext cx="6211940" cy="1275042"/>
          </a:xfrm>
          <a:prstGeom prst="rect">
            <a:avLst/>
          </a:prstGeom>
        </p:spPr>
      </p:pic>
      <p:pic>
        <p:nvPicPr>
          <p:cNvPr id="8" name="Image 7" descr="Une image contenant texte, capture d’écran, Police, logiciel&#10;&#10;Description générée automatiquement">
            <a:extLst>
              <a:ext uri="{FF2B5EF4-FFF2-40B4-BE49-F238E27FC236}">
                <a16:creationId xmlns:a16="http://schemas.microsoft.com/office/drawing/2014/main" id="{F297AAE5-819E-4924-9995-FB89F5EE14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28" y="3749772"/>
            <a:ext cx="5162815" cy="29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954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17B77BA-B75B-4769-908B-DAAEACB7EC18}"/>
              </a:ext>
            </a:extLst>
          </p:cNvPr>
          <p:cNvSpPr txBox="1"/>
          <p:nvPr/>
        </p:nvSpPr>
        <p:spPr>
          <a:xfrm>
            <a:off x="895149" y="577515"/>
            <a:ext cx="4013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>
                    <a:lumMod val="95000"/>
                  </a:schemeClr>
                </a:solidFill>
              </a:rPr>
              <a:t>Explication du code: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0B9232-23B0-4746-B2FC-71971BD2A835}"/>
              </a:ext>
            </a:extLst>
          </p:cNvPr>
          <p:cNvSpPr txBox="1"/>
          <p:nvPr/>
        </p:nvSpPr>
        <p:spPr>
          <a:xfrm>
            <a:off x="182880" y="1801360"/>
            <a:ext cx="5100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u="sng" dirty="0">
                <a:solidFill>
                  <a:schemeClr val="bg1">
                    <a:lumMod val="95000"/>
                  </a:schemeClr>
                </a:solidFill>
              </a:rPr>
              <a:t>6</a:t>
            </a:r>
            <a:r>
              <a:rPr lang="fr-FR" sz="2400" u="sng" baseline="30000" dirty="0">
                <a:solidFill>
                  <a:schemeClr val="bg1">
                    <a:lumMod val="95000"/>
                  </a:schemeClr>
                </a:solidFill>
              </a:rPr>
              <a:t>ème</a:t>
            </a:r>
            <a:r>
              <a:rPr lang="fr-FR" sz="2400" u="sng" dirty="0">
                <a:solidFill>
                  <a:schemeClr val="bg1">
                    <a:lumMod val="95000"/>
                  </a:schemeClr>
                </a:solidFill>
              </a:rPr>
              <a:t> brique:  Création d’une interface:</a:t>
            </a:r>
          </a:p>
        </p:txBody>
      </p:sp>
      <p:pic>
        <p:nvPicPr>
          <p:cNvPr id="6" name="Image 5" descr="Une image contenant texte, capture d’écran, logiciel&#10;&#10;Description générée automatiquement">
            <a:extLst>
              <a:ext uri="{FF2B5EF4-FFF2-40B4-BE49-F238E27FC236}">
                <a16:creationId xmlns:a16="http://schemas.microsoft.com/office/drawing/2014/main" id="{B237D65B-3B85-4137-9C02-F1669E550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31" y="2483459"/>
            <a:ext cx="6255169" cy="422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60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leu électrique, Bleu Majorelle, symbole, Police&#10;&#10;Description générée automatiquement">
            <a:extLst>
              <a:ext uri="{FF2B5EF4-FFF2-40B4-BE49-F238E27FC236}">
                <a16:creationId xmlns:a16="http://schemas.microsoft.com/office/drawing/2014/main" id="{9E0938DB-35C1-4700-8DF4-965ED832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8750"/>
          <a:stretch>
            <a:fillRect/>
          </a:stretch>
        </p:blipFill>
        <p:spPr>
          <a:xfrm>
            <a:off x="21" y="0"/>
            <a:ext cx="1219197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E8ED7B1-7E06-40A0-A773-B0B3AE7CE136}"/>
              </a:ext>
            </a:extLst>
          </p:cNvPr>
          <p:cNvSpPr txBox="1"/>
          <p:nvPr/>
        </p:nvSpPr>
        <p:spPr>
          <a:xfrm>
            <a:off x="1752867" y="309077"/>
            <a:ext cx="2507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>
                    <a:lumMod val="95000"/>
                  </a:schemeClr>
                </a:solidFill>
              </a:rPr>
              <a:t>Conclusion: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CE82C63-A470-40B3-8A2C-AA32DF61328B}"/>
              </a:ext>
            </a:extLst>
          </p:cNvPr>
          <p:cNvSpPr txBox="1"/>
          <p:nvPr/>
        </p:nvSpPr>
        <p:spPr>
          <a:xfrm>
            <a:off x="433138" y="1432082"/>
            <a:ext cx="54960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bg1">
                    <a:lumMod val="95000"/>
                  </a:schemeClr>
                </a:solidFill>
              </a:rPr>
              <a:t>Un projet ancré dans une </a:t>
            </a:r>
            <a:r>
              <a:rPr lang="fr-FR" sz="2400">
                <a:solidFill>
                  <a:schemeClr val="bg1">
                    <a:lumMod val="95000"/>
                  </a:schemeClr>
                </a:solidFill>
              </a:rPr>
              <a:t>problématique réelle</a:t>
            </a:r>
            <a:endParaRPr lang="fr-FR" sz="24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fr-FR" sz="24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bg1">
                    <a:lumMod val="95000"/>
                  </a:schemeClr>
                </a:solidFill>
              </a:rPr>
              <a:t>Une mise en pratique des compétences en Data et programmation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fr-FR" sz="24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bg1">
                    <a:lumMod val="95000"/>
                  </a:schemeClr>
                </a:solidFill>
              </a:rPr>
              <a:t>Un outil pédagogique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fr-FR" sz="24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bg1">
                    <a:lumMod val="95000"/>
                  </a:schemeClr>
                </a:solidFill>
              </a:rPr>
              <a:t>Des améliorations possibles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EE4D481-6FC5-47CA-870F-E4CEEDBAA246}"/>
              </a:ext>
            </a:extLst>
          </p:cNvPr>
          <p:cNvSpPr txBox="1"/>
          <p:nvPr/>
        </p:nvSpPr>
        <p:spPr>
          <a:xfrm>
            <a:off x="334063" y="5469859"/>
            <a:ext cx="6663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>
                    <a:lumMod val="95000"/>
                  </a:schemeClr>
                </a:solidFill>
              </a:rPr>
              <a:t>Merci de votre attention… Si vous avez des questions n’hésitez pas !!!</a:t>
            </a:r>
          </a:p>
        </p:txBody>
      </p:sp>
    </p:spTree>
    <p:extLst>
      <p:ext uri="{BB962C8B-B14F-4D97-AF65-F5344CB8AC3E}">
        <p14:creationId xmlns:p14="http://schemas.microsoft.com/office/powerpoint/2010/main" val="22065980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314</Words>
  <Application>Microsoft Office PowerPoint</Application>
  <PresentationFormat>Grand écran</PresentationFormat>
  <Paragraphs>73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Wingdings</vt:lpstr>
      <vt:lpstr>Thème Office</vt:lpstr>
      <vt:lpstr>Projet Technique de Programmation: LinkedIN Match Scorer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Technique de Programmation: LinkedIN Match Scorer</dc:title>
  <dc:creator>Sofiene Ait-Amrouche</dc:creator>
  <cp:lastModifiedBy>Sofiene Ait-Amrouche</cp:lastModifiedBy>
  <cp:revision>1</cp:revision>
  <dcterms:created xsi:type="dcterms:W3CDTF">2026-01-11T18:00:32Z</dcterms:created>
  <dcterms:modified xsi:type="dcterms:W3CDTF">2026-01-12T18:24:23Z</dcterms:modified>
</cp:coreProperties>
</file>